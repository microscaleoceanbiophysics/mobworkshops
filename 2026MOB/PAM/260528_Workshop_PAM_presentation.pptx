
<file path=[Content_Types].xml><?xml version="1.0" encoding="utf-8"?>
<Types xmlns="http://schemas.openxmlformats.org/package/2006/content-types">
  <Default Extension="emf" ContentType="image/x-emf"/>
  <Default Extension="jpeg" ContentType="image/jpeg"/>
  <Default Extension="jp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96" r:id="rId1"/>
  </p:sldMasterIdLst>
  <p:notesMasterIdLst>
    <p:notesMasterId r:id="rId17"/>
  </p:notesMasterIdLst>
  <p:sldIdLst>
    <p:sldId id="1420" r:id="rId2"/>
    <p:sldId id="1467" r:id="rId3"/>
    <p:sldId id="1470" r:id="rId4"/>
    <p:sldId id="1469" r:id="rId5"/>
    <p:sldId id="1468" r:id="rId6"/>
    <p:sldId id="1463" r:id="rId7"/>
    <p:sldId id="1464" r:id="rId8"/>
    <p:sldId id="1471" r:id="rId9"/>
    <p:sldId id="1476" r:id="rId10"/>
    <p:sldId id="1474" r:id="rId11"/>
    <p:sldId id="1473" r:id="rId12"/>
    <p:sldId id="1472" r:id="rId13"/>
    <p:sldId id="1477" r:id="rId14"/>
    <p:sldId id="1423" r:id="rId15"/>
    <p:sldId id="1478" r:id="rId16"/>
  </p:sldIdLst>
  <p:sldSz cx="9144000" cy="5143500" type="screen16x9"/>
  <p:notesSz cx="9144000" cy="6858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12018"/>
    <a:srgbClr val="F19E1F"/>
    <a:srgbClr val="FFFFFF"/>
    <a:srgbClr val="74AA2C"/>
    <a:srgbClr val="45A5ED"/>
    <a:srgbClr val="43B5A1"/>
    <a:srgbClr val="ADCD83"/>
    <a:srgbClr val="B080B9"/>
    <a:srgbClr val="1A6563"/>
    <a:srgbClr val="FFA12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496" autoAdjust="0"/>
    <p:restoredTop sz="92177" autoAdjust="0"/>
  </p:normalViewPr>
  <p:slideViewPr>
    <p:cSldViewPr snapToGrid="0">
      <p:cViewPr varScale="1">
        <p:scale>
          <a:sx n="132" d="100"/>
          <a:sy n="132" d="100"/>
        </p:scale>
        <p:origin x="184" y="5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fr-FR" dirty="0"/>
          </a:p>
        </p:txBody>
      </p:sp>
      <p:sp>
        <p:nvSpPr>
          <p:cNvPr id="3" name="Espace réservé de la date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94952F13-9DBF-47FC-8A14-BE01599F4F1E}" type="datetimeFigureOut">
              <a:rPr lang="fr-FR" smtClean="0"/>
              <a:t>26/05/2026</a:t>
            </a:fld>
            <a:endParaRPr lang="fr-FR" dirty="0"/>
          </a:p>
        </p:txBody>
      </p:sp>
      <p:sp>
        <p:nvSpPr>
          <p:cNvPr id="4" name="Espace réservé de l'image des diapositives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notes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fr-FR" dirty="0"/>
          </a:p>
        </p:txBody>
      </p:sp>
      <p:sp>
        <p:nvSpPr>
          <p:cNvPr id="7" name="Espace réservé du numéro de diapositive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438BEBD7-B5E9-41C8-A3F6-EA1EAD043521}" type="slidenum">
              <a:rPr lang="fr-FR" smtClean="0"/>
              <a:t>‹#›</a:t>
            </a:fld>
            <a:endParaRPr lang="fr-FR" dirty="0"/>
          </a:p>
        </p:txBody>
      </p:sp>
    </p:spTree>
    <p:extLst>
      <p:ext uri="{BB962C8B-B14F-4D97-AF65-F5344CB8AC3E}">
        <p14:creationId xmlns:p14="http://schemas.microsoft.com/office/powerpoint/2010/main" val="41099922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err="1"/>
              <a:t>Thylakoid</a:t>
            </a:r>
            <a:r>
              <a:rPr lang="fr-FR" dirty="0"/>
              <a:t> membrane, </a:t>
            </a:r>
            <a:r>
              <a:rPr lang="fr-FR" dirty="0" err="1"/>
              <a:t>where</a:t>
            </a:r>
            <a:r>
              <a:rPr lang="fr-FR" dirty="0"/>
              <a:t> the light </a:t>
            </a:r>
            <a:r>
              <a:rPr lang="fr-FR" dirty="0" err="1"/>
              <a:t>reactions</a:t>
            </a:r>
            <a:r>
              <a:rPr lang="fr-FR" dirty="0"/>
              <a:t> </a:t>
            </a:r>
            <a:r>
              <a:rPr lang="fr-FR" dirty="0" err="1"/>
              <a:t>is</a:t>
            </a:r>
            <a:r>
              <a:rPr lang="fr-FR" dirty="0"/>
              <a:t> </a:t>
            </a:r>
            <a:r>
              <a:rPr lang="fr-FR" dirty="0" err="1"/>
              <a:t>gonna</a:t>
            </a:r>
            <a:r>
              <a:rPr lang="fr-FR" dirty="0"/>
              <a:t> </a:t>
            </a:r>
            <a:r>
              <a:rPr lang="fr-FR" dirty="0" err="1"/>
              <a:t>happen</a:t>
            </a:r>
            <a:endParaRPr lang="en-GB" dirty="0"/>
          </a:p>
        </p:txBody>
      </p:sp>
      <p:sp>
        <p:nvSpPr>
          <p:cNvPr id="4" name="Espace réservé du numéro de diapositive 3"/>
          <p:cNvSpPr>
            <a:spLocks noGrp="1"/>
          </p:cNvSpPr>
          <p:nvPr>
            <p:ph type="sldNum" sz="quarter" idx="5"/>
          </p:nvPr>
        </p:nvSpPr>
        <p:spPr/>
        <p:txBody>
          <a:bodyPr/>
          <a:lstStyle/>
          <a:p>
            <a:fld id="{438BEBD7-B5E9-41C8-A3F6-EA1EAD043521}" type="slidenum">
              <a:rPr lang="fr-FR" smtClean="0"/>
              <a:t>5</a:t>
            </a:fld>
            <a:endParaRPr lang="fr-FR" dirty="0"/>
          </a:p>
        </p:txBody>
      </p:sp>
    </p:spTree>
    <p:extLst>
      <p:ext uri="{BB962C8B-B14F-4D97-AF65-F5344CB8AC3E}">
        <p14:creationId xmlns:p14="http://schemas.microsoft.com/office/powerpoint/2010/main" val="33964244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n-GB" dirty="0"/>
          </a:p>
        </p:txBody>
      </p:sp>
      <p:sp>
        <p:nvSpPr>
          <p:cNvPr id="4" name="Espace réservé du numéro de diapositive 3"/>
          <p:cNvSpPr>
            <a:spLocks noGrp="1"/>
          </p:cNvSpPr>
          <p:nvPr>
            <p:ph type="sldNum" sz="quarter" idx="5"/>
          </p:nvPr>
        </p:nvSpPr>
        <p:spPr/>
        <p:txBody>
          <a:bodyPr/>
          <a:lstStyle/>
          <a:p>
            <a:fld id="{438BEBD7-B5E9-41C8-A3F6-EA1EAD043521}" type="slidenum">
              <a:rPr lang="fr-FR" smtClean="0"/>
              <a:t>6</a:t>
            </a:fld>
            <a:endParaRPr lang="fr-FR" dirty="0"/>
          </a:p>
        </p:txBody>
      </p:sp>
    </p:spTree>
    <p:extLst>
      <p:ext uri="{BB962C8B-B14F-4D97-AF65-F5344CB8AC3E}">
        <p14:creationId xmlns:p14="http://schemas.microsoft.com/office/powerpoint/2010/main" val="26627156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n-GB" dirty="0"/>
          </a:p>
        </p:txBody>
      </p:sp>
      <p:sp>
        <p:nvSpPr>
          <p:cNvPr id="4" name="Espace réservé du numéro de diapositive 3"/>
          <p:cNvSpPr>
            <a:spLocks noGrp="1"/>
          </p:cNvSpPr>
          <p:nvPr>
            <p:ph type="sldNum" sz="quarter" idx="5"/>
          </p:nvPr>
        </p:nvSpPr>
        <p:spPr/>
        <p:txBody>
          <a:bodyPr/>
          <a:lstStyle/>
          <a:p>
            <a:fld id="{438BEBD7-B5E9-41C8-A3F6-EA1EAD043521}" type="slidenum">
              <a:rPr lang="fr-FR" smtClean="0"/>
              <a:t>7</a:t>
            </a:fld>
            <a:endParaRPr lang="fr-FR" dirty="0"/>
          </a:p>
        </p:txBody>
      </p:sp>
    </p:spTree>
    <p:extLst>
      <p:ext uri="{BB962C8B-B14F-4D97-AF65-F5344CB8AC3E}">
        <p14:creationId xmlns:p14="http://schemas.microsoft.com/office/powerpoint/2010/main" val="2390426741"/>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image" Target="../media/image2.png"/><Relationship Id="rId7" Type="http://schemas.openxmlformats.org/officeDocument/2006/relationships/image" Target="../media/image3.svg"/><Relationship Id="rId2" Type="http://schemas.openxmlformats.org/officeDocument/2006/relationships/image" Target="../media/image1.jpg"/><Relationship Id="rId1" Type="http://schemas.openxmlformats.org/officeDocument/2006/relationships/slideMaster" Target="../slideMasters/slideMaster1.xml"/><Relationship Id="rId6" Type="http://schemas.openxmlformats.org/officeDocument/2006/relationships/hyperlink" Target="mailto:mpolin@imedea.uib-csic.es" TargetMode="External"/><Relationship Id="rId5" Type="http://schemas.openxmlformats.org/officeDocument/2006/relationships/hyperlink" Target="mailto:ljami@imedea.uib-csic.es" TargetMode="External"/><Relationship Id="rId10" Type="http://schemas.openxmlformats.org/officeDocument/2006/relationships/image" Target="../media/image6.png"/><Relationship Id="rId4" Type="http://schemas.openxmlformats.org/officeDocument/2006/relationships/hyperlink" Target="mailto:antoine.allard@u-bordeaux.fr" TargetMode="External"/><Relationship Id="rId9" Type="http://schemas.openxmlformats.org/officeDocument/2006/relationships/image" Target="../media/image5.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8.png"/><Relationship Id="rId7" Type="http://schemas.openxmlformats.org/officeDocument/2006/relationships/image" Target="../media/image2.png"/><Relationship Id="rId2" Type="http://schemas.openxmlformats.org/officeDocument/2006/relationships/image" Target="../media/image7.jpeg"/><Relationship Id="rId1" Type="http://schemas.openxmlformats.org/officeDocument/2006/relationships/slideMaster" Target="../slideMasters/slideMaster1.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3.svg"/><Relationship Id="rId4" Type="http://schemas.openxmlformats.org/officeDocument/2006/relationships/image" Target="../media/image9.jpeg"/><Relationship Id="rId9"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re">
    <p:spTree>
      <p:nvGrpSpPr>
        <p:cNvPr id="1" name=""/>
        <p:cNvGrpSpPr/>
        <p:nvPr/>
      </p:nvGrpSpPr>
      <p:grpSpPr>
        <a:xfrm>
          <a:off x="0" y="0"/>
          <a:ext cx="0" cy="0"/>
          <a:chOff x="0" y="0"/>
          <a:chExt cx="0" cy="0"/>
        </a:xfrm>
      </p:grpSpPr>
      <p:sp>
        <p:nvSpPr>
          <p:cNvPr id="2" name="Title 1"/>
          <p:cNvSpPr>
            <a:spLocks noGrp="1"/>
          </p:cNvSpPr>
          <p:nvPr>
            <p:ph type="ctrTitle"/>
          </p:nvPr>
        </p:nvSpPr>
        <p:spPr>
          <a:xfrm>
            <a:off x="620366" y="464212"/>
            <a:ext cx="7894984" cy="1033411"/>
          </a:xfrm>
        </p:spPr>
        <p:txBody>
          <a:bodyPr anchor="b">
            <a:normAutofit/>
          </a:bodyPr>
          <a:lstStyle>
            <a:lvl1pPr algn="ctr">
              <a:defRPr sz="3200">
                <a:solidFill>
                  <a:schemeClr val="tx2"/>
                </a:solidFill>
              </a:defRPr>
            </a:lvl1pPr>
          </a:lstStyle>
          <a:p>
            <a:r>
              <a:rPr lang="fr-FR" dirty="0"/>
              <a:t>Modifiez le style du titre</a:t>
            </a:r>
            <a:endParaRPr lang="en-US" dirty="0"/>
          </a:p>
        </p:txBody>
      </p:sp>
      <p:pic>
        <p:nvPicPr>
          <p:cNvPr id="9" name="Image 8">
            <a:extLst>
              <a:ext uri="{FF2B5EF4-FFF2-40B4-BE49-F238E27FC236}">
                <a16:creationId xmlns:a16="http://schemas.microsoft.com/office/drawing/2014/main" id="{A07664DA-E1C0-8593-DE6B-1E444F73341B}"/>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7103" t="11453" r="7966" b="19403"/>
          <a:stretch/>
        </p:blipFill>
        <p:spPr>
          <a:xfrm>
            <a:off x="881516" y="4259848"/>
            <a:ext cx="1642550" cy="535674"/>
          </a:xfrm>
          <a:prstGeom prst="rect">
            <a:avLst/>
          </a:prstGeom>
        </p:spPr>
      </p:pic>
      <p:pic>
        <p:nvPicPr>
          <p:cNvPr id="1026" name="Picture 2">
            <a:extLst>
              <a:ext uri="{FF2B5EF4-FFF2-40B4-BE49-F238E27FC236}">
                <a16:creationId xmlns:a16="http://schemas.microsoft.com/office/drawing/2014/main" id="{3C4B9AEB-730B-DE13-5458-6ABAE6CECEC7}"/>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2814317" y="4305694"/>
            <a:ext cx="1443358" cy="489828"/>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Connecteur droit 11">
            <a:extLst>
              <a:ext uri="{FF2B5EF4-FFF2-40B4-BE49-F238E27FC236}">
                <a16:creationId xmlns:a16="http://schemas.microsoft.com/office/drawing/2014/main" id="{D4B1BB24-621A-2910-76ED-F9F0D9F4A01D}"/>
              </a:ext>
            </a:extLst>
          </p:cNvPr>
          <p:cNvCxnSpPr>
            <a:cxnSpLocks/>
          </p:cNvCxnSpPr>
          <p:nvPr userDrawn="1"/>
        </p:nvCxnSpPr>
        <p:spPr>
          <a:xfrm>
            <a:off x="283491" y="2365694"/>
            <a:ext cx="2" cy="660400"/>
          </a:xfrm>
          <a:prstGeom prst="line">
            <a:avLst/>
          </a:prstGeom>
          <a:ln w="28575">
            <a:solidFill>
              <a:srgbClr val="62003C"/>
            </a:solidFill>
          </a:ln>
        </p:spPr>
        <p:style>
          <a:lnRef idx="1">
            <a:schemeClr val="accent1"/>
          </a:lnRef>
          <a:fillRef idx="0">
            <a:schemeClr val="accent1"/>
          </a:fillRef>
          <a:effectRef idx="0">
            <a:schemeClr val="accent1"/>
          </a:effectRef>
          <a:fontRef idx="minor">
            <a:schemeClr val="tx1"/>
          </a:fontRef>
        </p:style>
      </p:cxnSp>
      <p:sp>
        <p:nvSpPr>
          <p:cNvPr id="15" name="ZoneTexte 14">
            <a:extLst>
              <a:ext uri="{FF2B5EF4-FFF2-40B4-BE49-F238E27FC236}">
                <a16:creationId xmlns:a16="http://schemas.microsoft.com/office/drawing/2014/main" id="{CD64761D-CC09-2A26-8FCE-369C921BF9DC}"/>
              </a:ext>
            </a:extLst>
          </p:cNvPr>
          <p:cNvSpPr txBox="1"/>
          <p:nvPr userDrawn="1"/>
        </p:nvSpPr>
        <p:spPr>
          <a:xfrm>
            <a:off x="351934" y="2292581"/>
            <a:ext cx="8694686" cy="784830"/>
          </a:xfrm>
          <a:prstGeom prst="rect">
            <a:avLst/>
          </a:prstGeom>
          <a:noFill/>
        </p:spPr>
        <p:txBody>
          <a:bodyPr wrap="square" rtlCol="0" anchor="ctr">
            <a:spAutoFit/>
          </a:bodyPr>
          <a:lstStyle/>
          <a:p>
            <a:r>
              <a:rPr lang="fr-FR" sz="1500" dirty="0"/>
              <a:t>Antoine Allard, MCF, Université de Bordeaux, Laboratoire Ondes et Matière d’Aquitaine, CNRS UMR 5798</a:t>
            </a:r>
          </a:p>
          <a:p>
            <a:r>
              <a:rPr lang="fr-FR" sz="1500" dirty="0"/>
              <a:t>Ludovic </a:t>
            </a:r>
            <a:r>
              <a:rPr lang="fr-FR" sz="1500" dirty="0" err="1"/>
              <a:t>Jami</a:t>
            </a:r>
            <a:r>
              <a:rPr lang="fr-FR" sz="1500" dirty="0"/>
              <a:t>, PDRA, </a:t>
            </a:r>
            <a:r>
              <a:rPr lang="en-GB" sz="1500" dirty="0"/>
              <a:t>Mediterranean Institute for Advanced Studies, IMEDEA, UIB-CSIC, </a:t>
            </a:r>
            <a:r>
              <a:rPr lang="en-GB" sz="1500" dirty="0" err="1"/>
              <a:t>Esporles</a:t>
            </a:r>
            <a:r>
              <a:rPr lang="en-GB" sz="1500" dirty="0"/>
              <a:t>, Spain</a:t>
            </a:r>
            <a:endParaRPr lang="fr-FR" sz="1500" dirty="0"/>
          </a:p>
          <a:p>
            <a:r>
              <a:rPr lang="fr-FR" sz="1500" dirty="0"/>
              <a:t>Marco Polin, </a:t>
            </a:r>
            <a:r>
              <a:rPr lang="fr-FR" sz="1500" dirty="0" err="1"/>
              <a:t>Researcher</a:t>
            </a:r>
            <a:r>
              <a:rPr lang="fr-FR" sz="1500" dirty="0"/>
              <a:t>, </a:t>
            </a:r>
            <a:r>
              <a:rPr lang="en-GB" sz="1500" dirty="0"/>
              <a:t>Mediterranean Institute for Advanced Studies, IMEDEA, UIB-CSIC, </a:t>
            </a:r>
            <a:r>
              <a:rPr lang="en-GB" sz="1500" dirty="0" err="1"/>
              <a:t>Esporles</a:t>
            </a:r>
            <a:r>
              <a:rPr lang="en-GB" sz="1500" dirty="0"/>
              <a:t>, Spain</a:t>
            </a:r>
            <a:endParaRPr lang="fr-FR" sz="1500" dirty="0"/>
          </a:p>
        </p:txBody>
      </p:sp>
      <p:sp>
        <p:nvSpPr>
          <p:cNvPr id="20" name="ZoneTexte 19">
            <a:extLst>
              <a:ext uri="{FF2B5EF4-FFF2-40B4-BE49-F238E27FC236}">
                <a16:creationId xmlns:a16="http://schemas.microsoft.com/office/drawing/2014/main" id="{5449F85B-E9DA-E40D-49F1-415705FDAB85}"/>
              </a:ext>
            </a:extLst>
          </p:cNvPr>
          <p:cNvSpPr txBox="1"/>
          <p:nvPr userDrawn="1"/>
        </p:nvSpPr>
        <p:spPr>
          <a:xfrm>
            <a:off x="3633966" y="3271960"/>
            <a:ext cx="4518632" cy="784830"/>
          </a:xfrm>
          <a:prstGeom prst="rect">
            <a:avLst/>
          </a:prstGeom>
          <a:noFill/>
        </p:spPr>
        <p:txBody>
          <a:bodyPr wrap="square" rtlCol="0" anchor="ctr">
            <a:spAutoFit/>
          </a:bodyPr>
          <a:lstStyle/>
          <a:p>
            <a:r>
              <a:rPr lang="fr-FR" sz="1500" dirty="0">
                <a:hlinkClick r:id="rId4"/>
              </a:rPr>
              <a:t>antoine.allard@u-bordeaux.fr</a:t>
            </a:r>
            <a:endParaRPr lang="fr-FR" sz="1500" dirty="0"/>
          </a:p>
          <a:p>
            <a:r>
              <a:rPr lang="fr-FR" sz="1500" dirty="0">
                <a:hlinkClick r:id="rId5"/>
              </a:rPr>
              <a:t>ljami@imedea.uib-csic.es</a:t>
            </a:r>
            <a:r>
              <a:rPr lang="fr-FR" sz="1500" dirty="0"/>
              <a:t> &amp; </a:t>
            </a:r>
            <a:r>
              <a:rPr lang="fr-FR" sz="1500" dirty="0">
                <a:hlinkClick r:id="rId5"/>
              </a:rPr>
              <a:t>ludovic.jami@gmail.com</a:t>
            </a:r>
            <a:endParaRPr lang="fr-FR" sz="1500" dirty="0"/>
          </a:p>
          <a:p>
            <a:r>
              <a:rPr lang="fr-FR" sz="1500" dirty="0">
                <a:hlinkClick r:id="rId6"/>
              </a:rPr>
              <a:t>mpolin@imedea.uib-csic.es</a:t>
            </a:r>
            <a:r>
              <a:rPr lang="fr-FR" sz="1500" dirty="0"/>
              <a:t> </a:t>
            </a:r>
          </a:p>
        </p:txBody>
      </p:sp>
      <p:pic>
        <p:nvPicPr>
          <p:cNvPr id="22" name="Graphique 21" descr="Courrier">
            <a:extLst>
              <a:ext uri="{FF2B5EF4-FFF2-40B4-BE49-F238E27FC236}">
                <a16:creationId xmlns:a16="http://schemas.microsoft.com/office/drawing/2014/main" id="{BA017E6B-F63F-E440-C231-688FCE724A70}"/>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075599" y="3457754"/>
            <a:ext cx="413043" cy="413243"/>
          </a:xfrm>
          <a:prstGeom prst="rect">
            <a:avLst/>
          </a:prstGeom>
        </p:spPr>
      </p:pic>
      <p:sp>
        <p:nvSpPr>
          <p:cNvPr id="10" name="Title 1">
            <a:extLst>
              <a:ext uri="{FF2B5EF4-FFF2-40B4-BE49-F238E27FC236}">
                <a16:creationId xmlns:a16="http://schemas.microsoft.com/office/drawing/2014/main" id="{0CE57E11-E230-4CCB-9377-CC7370E4327E}"/>
              </a:ext>
            </a:extLst>
          </p:cNvPr>
          <p:cNvSpPr txBox="1">
            <a:spLocks/>
          </p:cNvSpPr>
          <p:nvPr userDrawn="1"/>
        </p:nvSpPr>
        <p:spPr>
          <a:xfrm>
            <a:off x="0" y="0"/>
            <a:ext cx="8515350" cy="297000"/>
          </a:xfrm>
          <a:prstGeom prst="rect">
            <a:avLst/>
          </a:prstGeom>
        </p:spPr>
        <p:txBody>
          <a:bodyPr vert="horz" lIns="91440" tIns="45720" rIns="91440" bIns="45720" rtlCol="0" anchor="ctr">
            <a:noAutofit/>
          </a:bodyPr>
          <a:lstStyle>
            <a:lvl1pPr algn="l" defTabSz="685800" rtl="0" eaLnBrk="1" latinLnBrk="0" hangingPunct="1">
              <a:lnSpc>
                <a:spcPct val="90000"/>
              </a:lnSpc>
              <a:spcBef>
                <a:spcPct val="0"/>
              </a:spcBef>
              <a:buNone/>
              <a:defRPr sz="2100" kern="1200">
                <a:solidFill>
                  <a:schemeClr val="tx1"/>
                </a:solidFill>
                <a:latin typeface="+mj-lt"/>
                <a:ea typeface="+mj-ea"/>
                <a:cs typeface="+mj-cs"/>
              </a:defRPr>
            </a:lvl1pPr>
          </a:lstStyle>
          <a:p>
            <a:endParaRPr lang="en-US" dirty="0"/>
          </a:p>
        </p:txBody>
      </p:sp>
      <p:sp>
        <p:nvSpPr>
          <p:cNvPr id="11" name="Title 1">
            <a:extLst>
              <a:ext uri="{FF2B5EF4-FFF2-40B4-BE49-F238E27FC236}">
                <a16:creationId xmlns:a16="http://schemas.microsoft.com/office/drawing/2014/main" id="{21B80894-D726-4FC3-8CE2-A6F238F47B54}"/>
              </a:ext>
            </a:extLst>
          </p:cNvPr>
          <p:cNvSpPr txBox="1">
            <a:spLocks/>
          </p:cNvSpPr>
          <p:nvPr userDrawn="1"/>
        </p:nvSpPr>
        <p:spPr>
          <a:xfrm>
            <a:off x="0" y="-919"/>
            <a:ext cx="8515350" cy="297000"/>
          </a:xfrm>
          <a:prstGeom prst="rect">
            <a:avLst/>
          </a:prstGeom>
        </p:spPr>
        <p:txBody>
          <a:bodyPr vert="horz" lIns="91440" tIns="45720" rIns="91440" bIns="45720" rtlCol="0" anchor="ctr">
            <a:noAutofit/>
          </a:bodyPr>
          <a:lstStyle>
            <a:lvl1pPr algn="l" defTabSz="685800" rtl="0" eaLnBrk="1" latinLnBrk="0" hangingPunct="1">
              <a:lnSpc>
                <a:spcPct val="90000"/>
              </a:lnSpc>
              <a:spcBef>
                <a:spcPct val="0"/>
              </a:spcBef>
              <a:buNone/>
              <a:defRPr sz="2100" kern="1200">
                <a:solidFill>
                  <a:schemeClr val="tx1"/>
                </a:solidFill>
                <a:latin typeface="+mj-lt"/>
                <a:ea typeface="+mj-ea"/>
                <a:cs typeface="+mj-cs"/>
              </a:defRPr>
            </a:lvl1pPr>
          </a:lstStyle>
          <a:p>
            <a:r>
              <a:rPr lang="fr-FR" dirty="0"/>
              <a:t>MOB 8.0 – Workshop – May 28-30, 2026</a:t>
            </a:r>
            <a:endParaRPr lang="en-US" dirty="0"/>
          </a:p>
        </p:txBody>
      </p:sp>
      <p:pic>
        <p:nvPicPr>
          <p:cNvPr id="3" name="Image 2">
            <a:extLst>
              <a:ext uri="{FF2B5EF4-FFF2-40B4-BE49-F238E27FC236}">
                <a16:creationId xmlns:a16="http://schemas.microsoft.com/office/drawing/2014/main" id="{8F168667-E759-AAE1-DA80-EE10D2A7EA12}"/>
              </a:ext>
            </a:extLst>
          </p:cNvPr>
          <p:cNvPicPr>
            <a:picLocks noChangeAspect="1"/>
          </p:cNvPicPr>
          <p:nvPr userDrawn="1"/>
        </p:nvPicPr>
        <p:blipFill>
          <a:blip r:embed="rId8"/>
          <a:stretch>
            <a:fillRect/>
          </a:stretch>
        </p:blipFill>
        <p:spPr>
          <a:xfrm>
            <a:off x="82957" y="4259848"/>
            <a:ext cx="798559" cy="641617"/>
          </a:xfrm>
          <a:prstGeom prst="rect">
            <a:avLst/>
          </a:prstGeom>
        </p:spPr>
      </p:pic>
      <p:pic>
        <p:nvPicPr>
          <p:cNvPr id="4" name="Picture 3">
            <a:extLst>
              <a:ext uri="{FF2B5EF4-FFF2-40B4-BE49-F238E27FC236}">
                <a16:creationId xmlns:a16="http://schemas.microsoft.com/office/drawing/2014/main" id="{1E0F2794-CD3E-A6FE-1072-9BE55B6CB3AE}"/>
              </a:ext>
            </a:extLst>
          </p:cNvPr>
          <p:cNvPicPr>
            <a:picLocks noChangeAspect="1"/>
          </p:cNvPicPr>
          <p:nvPr userDrawn="1"/>
        </p:nvPicPr>
        <p:blipFill>
          <a:blip r:embed="rId9"/>
          <a:stretch>
            <a:fillRect/>
          </a:stretch>
        </p:blipFill>
        <p:spPr>
          <a:xfrm>
            <a:off x="4886327" y="4268504"/>
            <a:ext cx="2155372" cy="641617"/>
          </a:xfrm>
          <a:prstGeom prst="rect">
            <a:avLst/>
          </a:prstGeom>
        </p:spPr>
      </p:pic>
      <p:pic>
        <p:nvPicPr>
          <p:cNvPr id="7" name="Picture 6">
            <a:extLst>
              <a:ext uri="{FF2B5EF4-FFF2-40B4-BE49-F238E27FC236}">
                <a16:creationId xmlns:a16="http://schemas.microsoft.com/office/drawing/2014/main" id="{6287CBC1-848A-7E62-C179-1FBBDC6AD076}"/>
              </a:ext>
            </a:extLst>
          </p:cNvPr>
          <p:cNvPicPr>
            <a:picLocks noChangeAspect="1"/>
          </p:cNvPicPr>
          <p:nvPr userDrawn="1"/>
        </p:nvPicPr>
        <p:blipFill>
          <a:blip r:embed="rId10"/>
          <a:stretch>
            <a:fillRect/>
          </a:stretch>
        </p:blipFill>
        <p:spPr>
          <a:xfrm>
            <a:off x="7285641" y="4313048"/>
            <a:ext cx="1733914" cy="475120"/>
          </a:xfrm>
          <a:prstGeom prst="rect">
            <a:avLst/>
          </a:prstGeom>
        </p:spPr>
      </p:pic>
    </p:spTree>
    <p:extLst>
      <p:ext uri="{BB962C8B-B14F-4D97-AF65-F5344CB8AC3E}">
        <p14:creationId xmlns:p14="http://schemas.microsoft.com/office/powerpoint/2010/main" val="19541096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troducti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tx1"/>
                </a:solidFill>
              </a:defRPr>
            </a:lvl1pPr>
          </a:lstStyle>
          <a:p>
            <a:r>
              <a:rPr lang="fr-FR" dirty="0"/>
              <a:t>Modifiez le style du titre</a:t>
            </a:r>
            <a:endParaRPr lang="en-US" dirty="0"/>
          </a:p>
        </p:txBody>
      </p:sp>
      <p:sp>
        <p:nvSpPr>
          <p:cNvPr id="6" name="Slide Number Placeholder 5"/>
          <p:cNvSpPr>
            <a:spLocks noGrp="1"/>
          </p:cNvSpPr>
          <p:nvPr>
            <p:ph type="sldNum" sz="quarter" idx="12"/>
          </p:nvPr>
        </p:nvSpPr>
        <p:spPr>
          <a:xfrm>
            <a:off x="8459028" y="1"/>
            <a:ext cx="684972" cy="296999"/>
          </a:xfrm>
          <a:prstGeom prst="rect">
            <a:avLst/>
          </a:prstGeom>
        </p:spPr>
        <p:txBody>
          <a:bodyPr/>
          <a:lstStyle>
            <a:lvl1pPr>
              <a:lnSpc>
                <a:spcPct val="90000"/>
              </a:lnSpc>
              <a:defRPr sz="2100">
                <a:solidFill>
                  <a:schemeClr val="tx1"/>
                </a:solidFill>
                <a:latin typeface="+mj-lt"/>
              </a:defRPr>
            </a:lvl1pPr>
          </a:lstStyle>
          <a:p>
            <a:fld id="{E9791B11-EC80-479C-9EB2-AD35BA691394}" type="slidenum">
              <a:rPr lang="fr-FR" smtClean="0"/>
              <a:pPr/>
              <a:t>‹#›</a:t>
            </a:fld>
            <a:endParaRPr lang="fr-FR" dirty="0"/>
          </a:p>
        </p:txBody>
      </p:sp>
      <p:sp>
        <p:nvSpPr>
          <p:cNvPr id="13" name="Espace réservé du texte 12">
            <a:extLst>
              <a:ext uri="{FF2B5EF4-FFF2-40B4-BE49-F238E27FC236}">
                <a16:creationId xmlns:a16="http://schemas.microsoft.com/office/drawing/2014/main" id="{F48E49C4-8AC3-9751-D206-DF78659A9550}"/>
              </a:ext>
            </a:extLst>
          </p:cNvPr>
          <p:cNvSpPr>
            <a:spLocks noGrp="1"/>
          </p:cNvSpPr>
          <p:nvPr>
            <p:ph type="body" sz="quarter" idx="13" hasCustomPrompt="1"/>
          </p:nvPr>
        </p:nvSpPr>
        <p:spPr>
          <a:xfrm>
            <a:off x="1133545" y="2053742"/>
            <a:ext cx="1801812" cy="214312"/>
          </a:xfrm>
          <a:prstGeom prst="roundRect">
            <a:avLst>
              <a:gd name="adj" fmla="val 50000"/>
            </a:avLst>
          </a:prstGeom>
          <a:noFill/>
          <a:ln w="12700">
            <a:solidFill>
              <a:schemeClr val="tx1"/>
            </a:solidFill>
            <a:prstDash val="solid"/>
          </a:ln>
        </p:spPr>
        <p:txBody>
          <a:bodyPr anchor="ctr">
            <a:noAutofit/>
          </a:bodyPr>
          <a:lstStyle>
            <a:lvl1pPr marL="0" indent="0" algn="ctr">
              <a:buNone/>
              <a:defRPr sz="1200">
                <a:solidFill>
                  <a:schemeClr val="tx1"/>
                </a:solidFill>
              </a:defRPr>
            </a:lvl1pPr>
          </a:lstStyle>
          <a:p>
            <a:pPr lvl="0"/>
            <a:r>
              <a:rPr lang="fr-FR" dirty="0"/>
              <a:t>Texte</a:t>
            </a:r>
          </a:p>
        </p:txBody>
      </p:sp>
    </p:spTree>
    <p:extLst>
      <p:ext uri="{BB962C8B-B14F-4D97-AF65-F5344CB8AC3E}">
        <p14:creationId xmlns:p14="http://schemas.microsoft.com/office/powerpoint/2010/main" val="1727642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Partie 1">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Modifiez le style du titre</a:t>
            </a:r>
            <a:endParaRPr lang="en-US" dirty="0"/>
          </a:p>
        </p:txBody>
      </p:sp>
      <p:sp>
        <p:nvSpPr>
          <p:cNvPr id="6" name="Slide Number Placeholder 5"/>
          <p:cNvSpPr>
            <a:spLocks noGrp="1"/>
          </p:cNvSpPr>
          <p:nvPr>
            <p:ph type="sldNum" sz="quarter" idx="12"/>
          </p:nvPr>
        </p:nvSpPr>
        <p:spPr>
          <a:xfrm>
            <a:off x="8459028" y="1"/>
            <a:ext cx="684972" cy="296999"/>
          </a:xfrm>
          <a:prstGeom prst="rect">
            <a:avLst/>
          </a:prstGeom>
        </p:spPr>
        <p:txBody>
          <a:bodyPr/>
          <a:lstStyle>
            <a:lvl1pPr>
              <a:lnSpc>
                <a:spcPct val="90000"/>
              </a:lnSpc>
              <a:defRPr sz="2100">
                <a:latin typeface="+mj-lt"/>
              </a:defRPr>
            </a:lvl1pPr>
          </a:lstStyle>
          <a:p>
            <a:fld id="{E9791B11-EC80-479C-9EB2-AD35BA691394}" type="slidenum">
              <a:rPr lang="fr-FR" smtClean="0"/>
              <a:pPr/>
              <a:t>‹#›</a:t>
            </a:fld>
            <a:endParaRPr lang="fr-FR" dirty="0"/>
          </a:p>
        </p:txBody>
      </p:sp>
      <p:sp>
        <p:nvSpPr>
          <p:cNvPr id="4" name="Espace réservé du texte 12">
            <a:extLst>
              <a:ext uri="{FF2B5EF4-FFF2-40B4-BE49-F238E27FC236}">
                <a16:creationId xmlns:a16="http://schemas.microsoft.com/office/drawing/2014/main" id="{A5D6C8FC-0034-F452-D2AF-4FC8AE48AEEC}"/>
              </a:ext>
            </a:extLst>
          </p:cNvPr>
          <p:cNvSpPr>
            <a:spLocks noGrp="1"/>
          </p:cNvSpPr>
          <p:nvPr>
            <p:ph type="body" sz="quarter" idx="13" hasCustomPrompt="1"/>
          </p:nvPr>
        </p:nvSpPr>
        <p:spPr>
          <a:xfrm>
            <a:off x="1133545" y="2053742"/>
            <a:ext cx="1801812" cy="214312"/>
          </a:xfrm>
          <a:prstGeom prst="roundRect">
            <a:avLst>
              <a:gd name="adj" fmla="val 50000"/>
            </a:avLst>
          </a:prstGeom>
          <a:noFill/>
          <a:ln w="12700">
            <a:solidFill>
              <a:schemeClr val="tx1"/>
            </a:solidFill>
            <a:prstDash val="solid"/>
          </a:ln>
        </p:spPr>
        <p:txBody>
          <a:bodyPr anchor="ctr">
            <a:noAutofit/>
          </a:bodyPr>
          <a:lstStyle>
            <a:lvl1pPr marL="0" indent="0" algn="ctr">
              <a:buNone/>
              <a:defRPr sz="1200">
                <a:solidFill>
                  <a:schemeClr val="tx1"/>
                </a:solidFill>
              </a:defRPr>
            </a:lvl1pPr>
          </a:lstStyle>
          <a:p>
            <a:pPr lvl="0"/>
            <a:r>
              <a:rPr lang="fr-FR" dirty="0"/>
              <a:t>Texte</a:t>
            </a:r>
          </a:p>
        </p:txBody>
      </p:sp>
    </p:spTree>
    <p:extLst>
      <p:ext uri="{BB962C8B-B14F-4D97-AF65-F5344CB8AC3E}">
        <p14:creationId xmlns:p14="http://schemas.microsoft.com/office/powerpoint/2010/main" val="33511176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nclusi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Modifiez le style du titre</a:t>
            </a:r>
            <a:endParaRPr lang="en-US" dirty="0"/>
          </a:p>
        </p:txBody>
      </p:sp>
      <p:sp>
        <p:nvSpPr>
          <p:cNvPr id="6" name="Slide Number Placeholder 5"/>
          <p:cNvSpPr>
            <a:spLocks noGrp="1"/>
          </p:cNvSpPr>
          <p:nvPr>
            <p:ph type="sldNum" sz="quarter" idx="12"/>
          </p:nvPr>
        </p:nvSpPr>
        <p:spPr>
          <a:xfrm>
            <a:off x="8459028" y="1"/>
            <a:ext cx="684972" cy="296999"/>
          </a:xfrm>
          <a:prstGeom prst="rect">
            <a:avLst/>
          </a:prstGeom>
        </p:spPr>
        <p:txBody>
          <a:bodyPr/>
          <a:lstStyle>
            <a:lvl1pPr>
              <a:lnSpc>
                <a:spcPct val="90000"/>
              </a:lnSpc>
              <a:defRPr sz="2100">
                <a:latin typeface="+mj-lt"/>
              </a:defRPr>
            </a:lvl1pPr>
          </a:lstStyle>
          <a:p>
            <a:fld id="{E9791B11-EC80-479C-9EB2-AD35BA691394}" type="slidenum">
              <a:rPr lang="fr-FR" smtClean="0"/>
              <a:pPr/>
              <a:t>‹#›</a:t>
            </a:fld>
            <a:endParaRPr lang="fr-FR" dirty="0"/>
          </a:p>
        </p:txBody>
      </p:sp>
      <p:sp>
        <p:nvSpPr>
          <p:cNvPr id="4" name="Espace réservé du texte 12">
            <a:extLst>
              <a:ext uri="{FF2B5EF4-FFF2-40B4-BE49-F238E27FC236}">
                <a16:creationId xmlns:a16="http://schemas.microsoft.com/office/drawing/2014/main" id="{5C5682D1-7B98-E455-5894-CB3AD017E698}"/>
              </a:ext>
            </a:extLst>
          </p:cNvPr>
          <p:cNvSpPr>
            <a:spLocks noGrp="1"/>
          </p:cNvSpPr>
          <p:nvPr>
            <p:ph type="body" sz="quarter" idx="14" hasCustomPrompt="1"/>
          </p:nvPr>
        </p:nvSpPr>
        <p:spPr>
          <a:xfrm>
            <a:off x="1285945" y="2206142"/>
            <a:ext cx="1801812" cy="214312"/>
          </a:xfrm>
          <a:prstGeom prst="roundRect">
            <a:avLst>
              <a:gd name="adj" fmla="val 50000"/>
            </a:avLst>
          </a:prstGeom>
          <a:noFill/>
          <a:ln w="12700">
            <a:solidFill>
              <a:schemeClr val="tx1"/>
            </a:solidFill>
            <a:prstDash val="solid"/>
          </a:ln>
        </p:spPr>
        <p:txBody>
          <a:bodyPr anchor="ctr">
            <a:noAutofit/>
          </a:bodyPr>
          <a:lstStyle>
            <a:lvl1pPr marL="0" indent="0" algn="ctr">
              <a:buNone/>
              <a:defRPr sz="1200">
                <a:solidFill>
                  <a:schemeClr val="tx1"/>
                </a:solidFill>
              </a:defRPr>
            </a:lvl1pPr>
          </a:lstStyle>
          <a:p>
            <a:pPr lvl="0"/>
            <a:r>
              <a:rPr lang="fr-FR" dirty="0"/>
              <a:t>Texte</a:t>
            </a:r>
          </a:p>
        </p:txBody>
      </p:sp>
    </p:spTree>
    <p:extLst>
      <p:ext uri="{BB962C8B-B14F-4D97-AF65-F5344CB8AC3E}">
        <p14:creationId xmlns:p14="http://schemas.microsoft.com/office/powerpoint/2010/main" val="7883193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623888" y="1282304"/>
            <a:ext cx="7886700" cy="2139553"/>
          </a:xfrm>
        </p:spPr>
        <p:txBody>
          <a:bodyPr anchor="b"/>
          <a:lstStyle>
            <a:lvl1pPr>
              <a:defRPr sz="4500"/>
            </a:lvl1pPr>
          </a:lstStyle>
          <a:p>
            <a:r>
              <a:rPr lang="fr-FR"/>
              <a:t>Modifiez le style du titre</a:t>
            </a:r>
            <a:endParaRPr lang="en-US" dirty="0"/>
          </a:p>
        </p:txBody>
      </p:sp>
      <p:sp>
        <p:nvSpPr>
          <p:cNvPr id="3" name="Text Placeholder 2"/>
          <p:cNvSpPr>
            <a:spLocks noGrp="1"/>
          </p:cNvSpPr>
          <p:nvPr>
            <p:ph type="body" idx="1"/>
          </p:nvPr>
        </p:nvSpPr>
        <p:spPr>
          <a:xfrm>
            <a:off x="623888" y="3442098"/>
            <a:ext cx="7886700" cy="1125140"/>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a:xfrm>
            <a:off x="628650" y="4767263"/>
            <a:ext cx="2057400" cy="273844"/>
          </a:xfrm>
          <a:prstGeom prst="rect">
            <a:avLst/>
          </a:prstGeom>
        </p:spPr>
        <p:txBody>
          <a:bodyPr/>
          <a:lstStyle/>
          <a:p>
            <a:endParaRPr lang="fr-FR" dirty="0"/>
          </a:p>
        </p:txBody>
      </p:sp>
      <p:sp>
        <p:nvSpPr>
          <p:cNvPr id="5" name="Footer Placeholder 4"/>
          <p:cNvSpPr>
            <a:spLocks noGrp="1"/>
          </p:cNvSpPr>
          <p:nvPr>
            <p:ph type="ftr" sz="quarter" idx="11"/>
          </p:nvPr>
        </p:nvSpPr>
        <p:spPr>
          <a:xfrm>
            <a:off x="3028950" y="4767263"/>
            <a:ext cx="3086100" cy="273844"/>
          </a:xfrm>
          <a:prstGeom prst="rect">
            <a:avLst/>
          </a:prstGeom>
        </p:spPr>
        <p:txBody>
          <a:bodyPr/>
          <a:lstStyle/>
          <a:p>
            <a:endParaRPr lang="fr-FR" dirty="0"/>
          </a:p>
        </p:txBody>
      </p:sp>
      <p:sp>
        <p:nvSpPr>
          <p:cNvPr id="6" name="Slide Number Placeholder 5"/>
          <p:cNvSpPr>
            <a:spLocks noGrp="1"/>
          </p:cNvSpPr>
          <p:nvPr>
            <p:ph type="sldNum" sz="quarter" idx="12"/>
          </p:nvPr>
        </p:nvSpPr>
        <p:spPr>
          <a:xfrm>
            <a:off x="6457950" y="4767263"/>
            <a:ext cx="2057400" cy="273844"/>
          </a:xfrm>
          <a:prstGeom prst="rect">
            <a:avLst/>
          </a:prstGeom>
        </p:spPr>
        <p:txBody>
          <a:bodyPr/>
          <a:lstStyle/>
          <a:p>
            <a:fld id="{E9791B11-EC80-479C-9EB2-AD35BA691394}" type="slidenum">
              <a:rPr lang="fr-FR" smtClean="0"/>
              <a:t>‹#›</a:t>
            </a:fld>
            <a:endParaRPr lang="fr-FR" dirty="0"/>
          </a:p>
        </p:txBody>
      </p:sp>
    </p:spTree>
    <p:extLst>
      <p:ext uri="{BB962C8B-B14F-4D97-AF65-F5344CB8AC3E}">
        <p14:creationId xmlns:p14="http://schemas.microsoft.com/office/powerpoint/2010/main" val="9998106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628650" y="1369219"/>
            <a:ext cx="3886200" cy="3263504"/>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4629150" y="1369219"/>
            <a:ext cx="3886200" cy="3263504"/>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a:xfrm>
            <a:off x="628650" y="4767263"/>
            <a:ext cx="2057400" cy="273844"/>
          </a:xfrm>
          <a:prstGeom prst="rect">
            <a:avLst/>
          </a:prstGeom>
        </p:spPr>
        <p:txBody>
          <a:bodyPr/>
          <a:lstStyle/>
          <a:p>
            <a:endParaRPr lang="fr-FR" dirty="0"/>
          </a:p>
        </p:txBody>
      </p:sp>
      <p:sp>
        <p:nvSpPr>
          <p:cNvPr id="6" name="Footer Placeholder 5"/>
          <p:cNvSpPr>
            <a:spLocks noGrp="1"/>
          </p:cNvSpPr>
          <p:nvPr>
            <p:ph type="ftr" sz="quarter" idx="11"/>
          </p:nvPr>
        </p:nvSpPr>
        <p:spPr>
          <a:xfrm>
            <a:off x="3028950" y="4767263"/>
            <a:ext cx="3086100" cy="273844"/>
          </a:xfrm>
          <a:prstGeom prst="rect">
            <a:avLst/>
          </a:prstGeom>
        </p:spPr>
        <p:txBody>
          <a:bodyPr/>
          <a:lstStyle/>
          <a:p>
            <a:endParaRPr lang="fr-FR" dirty="0"/>
          </a:p>
        </p:txBody>
      </p:sp>
      <p:sp>
        <p:nvSpPr>
          <p:cNvPr id="7" name="Slide Number Placeholder 6"/>
          <p:cNvSpPr>
            <a:spLocks noGrp="1"/>
          </p:cNvSpPr>
          <p:nvPr>
            <p:ph type="sldNum" sz="quarter" idx="12"/>
          </p:nvPr>
        </p:nvSpPr>
        <p:spPr>
          <a:xfrm>
            <a:off x="6457950" y="4767263"/>
            <a:ext cx="2057400" cy="273844"/>
          </a:xfrm>
          <a:prstGeom prst="rect">
            <a:avLst/>
          </a:prstGeom>
        </p:spPr>
        <p:txBody>
          <a:bodyPr/>
          <a:lstStyle/>
          <a:p>
            <a:fld id="{E9791B11-EC80-479C-9EB2-AD35BA691394}" type="slidenum">
              <a:rPr lang="fr-FR" smtClean="0"/>
              <a:t>‹#›</a:t>
            </a:fld>
            <a:endParaRPr lang="fr-FR" dirty="0"/>
          </a:p>
        </p:txBody>
      </p:sp>
    </p:spTree>
    <p:extLst>
      <p:ext uri="{BB962C8B-B14F-4D97-AF65-F5344CB8AC3E}">
        <p14:creationId xmlns:p14="http://schemas.microsoft.com/office/powerpoint/2010/main" val="40163956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994172"/>
          </a:xfrm>
        </p:spPr>
        <p:txBody>
          <a:bodyPr/>
          <a:lstStyle/>
          <a:p>
            <a:r>
              <a:rPr lang="fr-FR"/>
              <a:t>Modifiez le style du titre</a:t>
            </a:r>
            <a:endParaRPr lang="en-US" dirty="0"/>
          </a:p>
        </p:txBody>
      </p:sp>
      <p:sp>
        <p:nvSpPr>
          <p:cNvPr id="3" name="Text Placeholder 2"/>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fr-FR"/>
              <a:t>Cliquez pour modifier les styles du texte du masque</a:t>
            </a:r>
          </a:p>
        </p:txBody>
      </p:sp>
      <p:sp>
        <p:nvSpPr>
          <p:cNvPr id="4" name="Content Placeholder 3"/>
          <p:cNvSpPr>
            <a:spLocks noGrp="1"/>
          </p:cNvSpPr>
          <p:nvPr>
            <p:ph sz="half" idx="2"/>
          </p:nvPr>
        </p:nvSpPr>
        <p:spPr>
          <a:xfrm>
            <a:off x="629842" y="1878806"/>
            <a:ext cx="3868340" cy="2763441"/>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4629150"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fr-FR"/>
              <a:t>Cliquez pour modifier les styles du texte du masque</a:t>
            </a:r>
          </a:p>
        </p:txBody>
      </p:sp>
      <p:sp>
        <p:nvSpPr>
          <p:cNvPr id="6" name="Content Placeholder 5"/>
          <p:cNvSpPr>
            <a:spLocks noGrp="1"/>
          </p:cNvSpPr>
          <p:nvPr>
            <p:ph sz="quarter" idx="4"/>
          </p:nvPr>
        </p:nvSpPr>
        <p:spPr>
          <a:xfrm>
            <a:off x="4629150" y="1878806"/>
            <a:ext cx="3887391" cy="2763441"/>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a:xfrm>
            <a:off x="628650" y="4767263"/>
            <a:ext cx="2057400" cy="273844"/>
          </a:xfrm>
          <a:prstGeom prst="rect">
            <a:avLst/>
          </a:prstGeom>
        </p:spPr>
        <p:txBody>
          <a:bodyPr/>
          <a:lstStyle/>
          <a:p>
            <a:endParaRPr lang="fr-FR" dirty="0"/>
          </a:p>
        </p:txBody>
      </p:sp>
      <p:sp>
        <p:nvSpPr>
          <p:cNvPr id="8" name="Footer Placeholder 7"/>
          <p:cNvSpPr>
            <a:spLocks noGrp="1"/>
          </p:cNvSpPr>
          <p:nvPr>
            <p:ph type="ftr" sz="quarter" idx="11"/>
          </p:nvPr>
        </p:nvSpPr>
        <p:spPr>
          <a:xfrm>
            <a:off x="3028950" y="4767263"/>
            <a:ext cx="3086100" cy="273844"/>
          </a:xfrm>
          <a:prstGeom prst="rect">
            <a:avLst/>
          </a:prstGeom>
        </p:spPr>
        <p:txBody>
          <a:bodyPr/>
          <a:lstStyle/>
          <a:p>
            <a:endParaRPr lang="fr-FR" dirty="0"/>
          </a:p>
        </p:txBody>
      </p:sp>
      <p:sp>
        <p:nvSpPr>
          <p:cNvPr id="9" name="Slide Number Placeholder 8"/>
          <p:cNvSpPr>
            <a:spLocks noGrp="1"/>
          </p:cNvSpPr>
          <p:nvPr>
            <p:ph type="sldNum" sz="quarter" idx="12"/>
          </p:nvPr>
        </p:nvSpPr>
        <p:spPr>
          <a:xfrm>
            <a:off x="6457950" y="4767263"/>
            <a:ext cx="2057400" cy="273844"/>
          </a:xfrm>
          <a:prstGeom prst="rect">
            <a:avLst/>
          </a:prstGeom>
        </p:spPr>
        <p:txBody>
          <a:bodyPr/>
          <a:lstStyle/>
          <a:p>
            <a:fld id="{E9791B11-EC80-479C-9EB2-AD35BA691394}" type="slidenum">
              <a:rPr lang="fr-FR" smtClean="0"/>
              <a:t>‹#›</a:t>
            </a:fld>
            <a:endParaRPr lang="fr-FR" dirty="0"/>
          </a:p>
        </p:txBody>
      </p:sp>
    </p:spTree>
    <p:extLst>
      <p:ext uri="{BB962C8B-B14F-4D97-AF65-F5344CB8AC3E}">
        <p14:creationId xmlns:p14="http://schemas.microsoft.com/office/powerpoint/2010/main" val="11578670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Date Placeholder 2"/>
          <p:cNvSpPr>
            <a:spLocks noGrp="1"/>
          </p:cNvSpPr>
          <p:nvPr>
            <p:ph type="dt" sz="half" idx="10"/>
          </p:nvPr>
        </p:nvSpPr>
        <p:spPr>
          <a:xfrm>
            <a:off x="628650" y="4767263"/>
            <a:ext cx="2057400" cy="273844"/>
          </a:xfrm>
          <a:prstGeom prst="rect">
            <a:avLst/>
          </a:prstGeom>
        </p:spPr>
        <p:txBody>
          <a:bodyPr/>
          <a:lstStyle/>
          <a:p>
            <a:endParaRPr lang="fr-FR" dirty="0"/>
          </a:p>
        </p:txBody>
      </p:sp>
      <p:sp>
        <p:nvSpPr>
          <p:cNvPr id="4" name="Footer Placeholder 3"/>
          <p:cNvSpPr>
            <a:spLocks noGrp="1"/>
          </p:cNvSpPr>
          <p:nvPr>
            <p:ph type="ftr" sz="quarter" idx="11"/>
          </p:nvPr>
        </p:nvSpPr>
        <p:spPr>
          <a:xfrm>
            <a:off x="3028950" y="4767263"/>
            <a:ext cx="3086100" cy="273844"/>
          </a:xfrm>
          <a:prstGeom prst="rect">
            <a:avLst/>
          </a:prstGeom>
        </p:spPr>
        <p:txBody>
          <a:bodyPr/>
          <a:lstStyle/>
          <a:p>
            <a:endParaRPr lang="fr-FR" dirty="0"/>
          </a:p>
        </p:txBody>
      </p:sp>
      <p:sp>
        <p:nvSpPr>
          <p:cNvPr id="5" name="Slide Number Placeholder 4"/>
          <p:cNvSpPr>
            <a:spLocks noGrp="1"/>
          </p:cNvSpPr>
          <p:nvPr>
            <p:ph type="sldNum" sz="quarter" idx="12"/>
          </p:nvPr>
        </p:nvSpPr>
        <p:spPr>
          <a:xfrm>
            <a:off x="6457950" y="4767263"/>
            <a:ext cx="2057400" cy="273844"/>
          </a:xfrm>
          <a:prstGeom prst="rect">
            <a:avLst/>
          </a:prstGeom>
        </p:spPr>
        <p:txBody>
          <a:bodyPr/>
          <a:lstStyle/>
          <a:p>
            <a:fld id="{E9791B11-EC80-479C-9EB2-AD35BA691394}" type="slidenum">
              <a:rPr lang="fr-FR" smtClean="0"/>
              <a:t>‹#›</a:t>
            </a:fld>
            <a:endParaRPr lang="fr-FR" dirty="0"/>
          </a:p>
        </p:txBody>
      </p:sp>
    </p:spTree>
    <p:extLst>
      <p:ext uri="{BB962C8B-B14F-4D97-AF65-F5344CB8AC3E}">
        <p14:creationId xmlns:p14="http://schemas.microsoft.com/office/powerpoint/2010/main" val="23323549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Thank you">
    <p:spTree>
      <p:nvGrpSpPr>
        <p:cNvPr id="1" name=""/>
        <p:cNvGrpSpPr/>
        <p:nvPr/>
      </p:nvGrpSpPr>
      <p:grpSpPr>
        <a:xfrm>
          <a:off x="0" y="0"/>
          <a:ext cx="0" cy="0"/>
          <a:chOff x="0" y="0"/>
          <a:chExt cx="0" cy="0"/>
        </a:xfrm>
      </p:grpSpPr>
      <p:pic>
        <p:nvPicPr>
          <p:cNvPr id="32" name="Picture 2" descr="logoimedeacsicuib | Ojo a las invasoras">
            <a:extLst>
              <a:ext uri="{FF2B5EF4-FFF2-40B4-BE49-F238E27FC236}">
                <a16:creationId xmlns:a16="http://schemas.microsoft.com/office/drawing/2014/main" id="{69F7776F-FB58-40A7-9639-8ADB18269B34}"/>
              </a:ext>
            </a:extLst>
          </p:cNvPr>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2658935" y="785261"/>
            <a:ext cx="1245812" cy="613563"/>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8" descr="University of Warwick | University of warwick, Free online courses,  Business school logo">
            <a:extLst>
              <a:ext uri="{FF2B5EF4-FFF2-40B4-BE49-F238E27FC236}">
                <a16:creationId xmlns:a16="http://schemas.microsoft.com/office/drawing/2014/main" id="{CEE51A5F-6022-4B8F-A157-A657FC1B53D3}"/>
              </a:ext>
            </a:extLst>
          </p:cNvPr>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450795" y="770033"/>
            <a:ext cx="738233" cy="489695"/>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10" descr="Logos and acknowledgement | The Leverhulme Trust">
            <a:extLst>
              <a:ext uri="{FF2B5EF4-FFF2-40B4-BE49-F238E27FC236}">
                <a16:creationId xmlns:a16="http://schemas.microsoft.com/office/drawing/2014/main" id="{1D92F5F1-DD85-43CE-AC5B-B9AB43AA056A}"/>
              </a:ext>
            </a:extLst>
          </p:cNvPr>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a:off x="289030" y="1320676"/>
            <a:ext cx="1042473" cy="348396"/>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12" descr="COST Actions - RespiFIL - Filière de santé des maladies respiratoires rares">
            <a:extLst>
              <a:ext uri="{FF2B5EF4-FFF2-40B4-BE49-F238E27FC236}">
                <a16:creationId xmlns:a16="http://schemas.microsoft.com/office/drawing/2014/main" id="{EAD6947E-6C5A-43D7-8012-594C4476AD05}"/>
              </a:ext>
            </a:extLst>
          </p:cNvPr>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1537304" y="914777"/>
            <a:ext cx="935059" cy="417021"/>
          </a:xfrm>
          <a:prstGeom prst="rect">
            <a:avLst/>
          </a:prstGeom>
          <a:noFill/>
          <a:extLst>
            <a:ext uri="{909E8E84-426E-40DD-AFC4-6F175D3DCCD1}">
              <a14:hiddenFill xmlns:a14="http://schemas.microsoft.com/office/drawing/2010/main">
                <a:solidFill>
                  <a:srgbClr val="FFFFFF"/>
                </a:solidFill>
              </a14:hiddenFill>
            </a:ext>
          </a:extLst>
        </p:spPr>
      </p:pic>
      <p:sp>
        <p:nvSpPr>
          <p:cNvPr id="37" name="ZoneTexte 27">
            <a:extLst>
              <a:ext uri="{FF2B5EF4-FFF2-40B4-BE49-F238E27FC236}">
                <a16:creationId xmlns:a16="http://schemas.microsoft.com/office/drawing/2014/main" id="{2FAB3084-8D9E-4CFC-AA58-DFD5B952D4FC}"/>
              </a:ext>
            </a:extLst>
          </p:cNvPr>
          <p:cNvSpPr txBox="1"/>
          <p:nvPr userDrawn="1"/>
        </p:nvSpPr>
        <p:spPr>
          <a:xfrm>
            <a:off x="1592364" y="2460279"/>
            <a:ext cx="930063" cy="954107"/>
          </a:xfrm>
          <a:prstGeom prst="rect">
            <a:avLst/>
          </a:prstGeom>
          <a:noFill/>
        </p:spPr>
        <p:txBody>
          <a:bodyPr wrap="none" rtlCol="0">
            <a:spAutoFit/>
          </a:bodyPr>
          <a:lstStyle/>
          <a:p>
            <a:pPr algn="ctr"/>
            <a:r>
              <a:rPr lang="en-US" sz="1400" u="sng" dirty="0">
                <a:latin typeface="Times New Roman" panose="02020603050405020304" pitchFamily="18" charset="0"/>
                <a:cs typeface="Times New Roman" panose="02020603050405020304" pitchFamily="18" charset="0"/>
              </a:rPr>
              <a:t>J. Arrieta</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sz="1400" u="sng" dirty="0">
                <a:latin typeface="Times New Roman" panose="02020603050405020304" pitchFamily="18" charset="0"/>
                <a:cs typeface="Times New Roman" panose="02020603050405020304" pitchFamily="18" charset="0"/>
              </a:rPr>
              <a:t>M. </a:t>
            </a:r>
            <a:r>
              <a:rPr lang="en-US" sz="1400" u="sng" dirty="0" err="1">
                <a:latin typeface="Times New Roman" panose="02020603050405020304" pitchFamily="18" charset="0"/>
                <a:cs typeface="Times New Roman" panose="02020603050405020304" pitchFamily="18" charset="0"/>
              </a:rPr>
              <a:t>Polin</a:t>
            </a:r>
            <a:endParaRPr lang="en-US" sz="1400" u="sng" dirty="0">
              <a:latin typeface="Times New Roman" panose="02020603050405020304" pitchFamily="18" charset="0"/>
              <a:cs typeface="Times New Roman" panose="02020603050405020304" pitchFamily="18" charset="0"/>
            </a:endParaRPr>
          </a:p>
          <a:p>
            <a:pPr algn="ctr"/>
            <a:r>
              <a:rPr lang="en-US" sz="1400" u="none" dirty="0">
                <a:latin typeface="Times New Roman" panose="02020603050405020304" pitchFamily="18" charset="0"/>
                <a:cs typeface="Times New Roman" panose="02020603050405020304" pitchFamily="18" charset="0"/>
              </a:rPr>
              <a:t>I. </a:t>
            </a:r>
            <a:r>
              <a:rPr lang="en-US" sz="1400" u="none" dirty="0" err="1">
                <a:latin typeface="Times New Roman" panose="02020603050405020304" pitchFamily="18" charset="0"/>
                <a:cs typeface="Times New Roman" panose="02020603050405020304" pitchFamily="18" charset="0"/>
              </a:rPr>
              <a:t>Tuval</a:t>
            </a:r>
            <a:endParaRPr lang="en-US" sz="1400" u="none" dirty="0">
              <a:latin typeface="Times New Roman" panose="02020603050405020304" pitchFamily="18" charset="0"/>
              <a:cs typeface="Times New Roman" panose="02020603050405020304" pitchFamily="18" charset="0"/>
            </a:endParaRPr>
          </a:p>
          <a:p>
            <a:pPr algn="ctr"/>
            <a:r>
              <a:rPr lang="en-US" sz="1400" u="sng" dirty="0">
                <a:latin typeface="Times New Roman" panose="02020603050405020304" pitchFamily="18" charset="0"/>
                <a:cs typeface="Times New Roman" panose="02020603050405020304" pitchFamily="18" charset="0"/>
              </a:rPr>
              <a:t>L. </a:t>
            </a:r>
            <a:r>
              <a:rPr lang="en-US" sz="1400" u="sng" dirty="0" err="1">
                <a:latin typeface="Times New Roman" panose="02020603050405020304" pitchFamily="18" charset="0"/>
                <a:cs typeface="Times New Roman" panose="02020603050405020304" pitchFamily="18" charset="0"/>
              </a:rPr>
              <a:t>Zorrilla</a:t>
            </a:r>
            <a:endParaRPr lang="en-US" sz="1400" u="none" dirty="0">
              <a:latin typeface="Times New Roman" panose="02020603050405020304" pitchFamily="18" charset="0"/>
              <a:cs typeface="Times New Roman" panose="02020603050405020304" pitchFamily="18" charset="0"/>
            </a:endParaRPr>
          </a:p>
        </p:txBody>
      </p:sp>
      <p:pic>
        <p:nvPicPr>
          <p:cNvPr id="41" name="Picture 6">
            <a:extLst>
              <a:ext uri="{FF2B5EF4-FFF2-40B4-BE49-F238E27FC236}">
                <a16:creationId xmlns:a16="http://schemas.microsoft.com/office/drawing/2014/main" id="{E59375D9-4FE0-49A5-964B-0FA9CE5DFC84}"/>
              </a:ext>
            </a:extLst>
          </p:cNvPr>
          <p:cNvPicPr>
            <a:picLocks noChangeAspect="1" noChangeArrowheads="1"/>
          </p:cNvPicPr>
          <p:nvPr userDrawn="1"/>
        </p:nvPicPr>
        <p:blipFill>
          <a:blip r:embed="rId6" cstate="print">
            <a:extLst>
              <a:ext uri="{28A0092B-C50C-407E-A947-70E740481C1C}">
                <a14:useLocalDpi xmlns:a14="http://schemas.microsoft.com/office/drawing/2010/main" val="0"/>
              </a:ext>
            </a:extLst>
          </a:blip>
          <a:srcRect/>
          <a:stretch>
            <a:fillRect/>
          </a:stretch>
        </p:blipFill>
        <p:spPr bwMode="auto">
          <a:xfrm>
            <a:off x="2658935" y="1466723"/>
            <a:ext cx="1185686" cy="363025"/>
          </a:xfrm>
          <a:prstGeom prst="rect">
            <a:avLst/>
          </a:prstGeom>
          <a:noFill/>
          <a:extLst>
            <a:ext uri="{909E8E84-426E-40DD-AFC4-6F175D3DCCD1}">
              <a14:hiddenFill xmlns:a14="http://schemas.microsoft.com/office/drawing/2010/main">
                <a:solidFill>
                  <a:srgbClr val="FFFFFF"/>
                </a:solidFill>
              </a14:hiddenFill>
            </a:ext>
          </a:extLst>
        </p:spPr>
      </p:pic>
      <p:sp>
        <p:nvSpPr>
          <p:cNvPr id="45" name="Titre 1">
            <a:extLst>
              <a:ext uri="{FF2B5EF4-FFF2-40B4-BE49-F238E27FC236}">
                <a16:creationId xmlns:a16="http://schemas.microsoft.com/office/drawing/2014/main" id="{241D9E5D-D95A-4270-9D61-05980439F887}"/>
              </a:ext>
            </a:extLst>
          </p:cNvPr>
          <p:cNvSpPr txBox="1">
            <a:spLocks/>
          </p:cNvSpPr>
          <p:nvPr userDrawn="1"/>
        </p:nvSpPr>
        <p:spPr>
          <a:xfrm>
            <a:off x="2280453" y="4284622"/>
            <a:ext cx="4969278" cy="617565"/>
          </a:xfrm>
          <a:prstGeom prst="rect">
            <a:avLst/>
          </a:prstGeom>
        </p:spPr>
        <p:txBody>
          <a:bodyPr vert="horz" lIns="91440" tIns="45720" rIns="91440" bIns="45720" rtlCol="0" anchor="ctr">
            <a:no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ctr"/>
            <a:r>
              <a:rPr lang="en-GB" sz="2000" dirty="0">
                <a:solidFill>
                  <a:srgbClr val="3AB19C"/>
                </a:solidFill>
                <a:latin typeface="Times New Roman" panose="02020603050405020304" pitchFamily="18" charset="0"/>
                <a:cs typeface="Times New Roman" panose="02020603050405020304" pitchFamily="18" charset="0"/>
              </a:rPr>
              <a:t>Merci pour </a:t>
            </a:r>
            <a:r>
              <a:rPr lang="en-GB" sz="2000" dirty="0" err="1">
                <a:solidFill>
                  <a:srgbClr val="3AB19C"/>
                </a:solidFill>
                <a:latin typeface="Times New Roman" panose="02020603050405020304" pitchFamily="18" charset="0"/>
                <a:cs typeface="Times New Roman" panose="02020603050405020304" pitchFamily="18" charset="0"/>
              </a:rPr>
              <a:t>votre</a:t>
            </a:r>
            <a:r>
              <a:rPr lang="en-GB" sz="2000" dirty="0">
                <a:solidFill>
                  <a:srgbClr val="3AB19C"/>
                </a:solidFill>
                <a:latin typeface="Times New Roman" panose="02020603050405020304" pitchFamily="18" charset="0"/>
                <a:cs typeface="Times New Roman" panose="02020603050405020304" pitchFamily="18" charset="0"/>
              </a:rPr>
              <a:t> attention</a:t>
            </a:r>
            <a:endParaRPr lang="fr-FR" sz="2000" i="1" dirty="0">
              <a:solidFill>
                <a:srgbClr val="3AB19C"/>
              </a:solidFill>
              <a:latin typeface="Times New Roman" panose="02020603050405020304" pitchFamily="18" charset="0"/>
              <a:cs typeface="Times New Roman" panose="02020603050405020304" pitchFamily="18" charset="0"/>
            </a:endParaRPr>
          </a:p>
        </p:txBody>
      </p:sp>
      <p:pic>
        <p:nvPicPr>
          <p:cNvPr id="47" name="Picture 2">
            <a:extLst>
              <a:ext uri="{FF2B5EF4-FFF2-40B4-BE49-F238E27FC236}">
                <a16:creationId xmlns:a16="http://schemas.microsoft.com/office/drawing/2014/main" id="{B99D54FA-D310-4C56-AA39-58913509E4D9}"/>
              </a:ext>
            </a:extLst>
          </p:cNvPr>
          <p:cNvPicPr>
            <a:picLocks noChangeAspect="1" noChangeArrowheads="1"/>
          </p:cNvPicPr>
          <p:nvPr userDrawn="1"/>
        </p:nvPicPr>
        <p:blipFill>
          <a:blip r:embed="rId7">
            <a:extLst>
              <a:ext uri="{28A0092B-C50C-407E-A947-70E740481C1C}">
                <a14:useLocalDpi xmlns:a14="http://schemas.microsoft.com/office/drawing/2010/main" val="0"/>
              </a:ext>
            </a:extLst>
          </a:blip>
          <a:srcRect/>
          <a:stretch>
            <a:fillRect/>
          </a:stretch>
        </p:blipFill>
        <p:spPr bwMode="auto">
          <a:xfrm>
            <a:off x="6427299" y="624681"/>
            <a:ext cx="1313622" cy="445800"/>
          </a:xfrm>
          <a:prstGeom prst="rect">
            <a:avLst/>
          </a:prstGeom>
          <a:noFill/>
          <a:extLst>
            <a:ext uri="{909E8E84-426E-40DD-AFC4-6F175D3DCCD1}">
              <a14:hiddenFill xmlns:a14="http://schemas.microsoft.com/office/drawing/2010/main">
                <a:solidFill>
                  <a:srgbClr val="FFFFFF"/>
                </a:solidFill>
              </a14:hiddenFill>
            </a:ext>
          </a:extLst>
        </p:spPr>
      </p:pic>
      <p:sp>
        <p:nvSpPr>
          <p:cNvPr id="48" name="ZoneTexte 27">
            <a:extLst>
              <a:ext uri="{FF2B5EF4-FFF2-40B4-BE49-F238E27FC236}">
                <a16:creationId xmlns:a16="http://schemas.microsoft.com/office/drawing/2014/main" id="{7A747AC9-25D5-4FFD-9E3D-95A8A9E37D90}"/>
              </a:ext>
            </a:extLst>
          </p:cNvPr>
          <p:cNvSpPr txBox="1"/>
          <p:nvPr userDrawn="1"/>
        </p:nvSpPr>
        <p:spPr>
          <a:xfrm>
            <a:off x="6683711" y="2460279"/>
            <a:ext cx="1132040" cy="954107"/>
          </a:xfrm>
          <a:prstGeom prst="rect">
            <a:avLst/>
          </a:prstGeom>
          <a:noFill/>
        </p:spPr>
        <p:txBody>
          <a:bodyPr wrap="none" rtlCol="0">
            <a:spAutoFit/>
          </a:bodyPr>
          <a:lstStyle/>
          <a:p>
            <a:pPr algn="ctr"/>
            <a:r>
              <a:rPr lang="fr-FR" sz="1400" u="sng" dirty="0">
                <a:latin typeface="Times New Roman" panose="02020603050405020304" pitchFamily="18" charset="0"/>
                <a:cs typeface="Times New Roman" panose="02020603050405020304" pitchFamily="18" charset="0"/>
              </a:rPr>
              <a:t>F. </a:t>
            </a:r>
            <a:r>
              <a:rPr lang="fr-FR" sz="1400" u="sng" dirty="0" err="1">
                <a:latin typeface="Times New Roman" panose="02020603050405020304" pitchFamily="18" charset="0"/>
                <a:cs typeface="Times New Roman" panose="02020603050405020304" pitchFamily="18" charset="0"/>
              </a:rPr>
              <a:t>Argoul</a:t>
            </a:r>
            <a:endParaRPr lang="fr-FR" sz="1400" u="sng" dirty="0">
              <a:latin typeface="Times New Roman" panose="02020603050405020304" pitchFamily="18" charset="0"/>
              <a:cs typeface="Times New Roman" panose="02020603050405020304" pitchFamily="18" charset="0"/>
            </a:endParaRPr>
          </a:p>
          <a:p>
            <a:pPr algn="ctr"/>
            <a:r>
              <a:rPr lang="fr-FR" sz="1400" u="none" dirty="0">
                <a:latin typeface="Times New Roman" panose="02020603050405020304" pitchFamily="18" charset="0"/>
                <a:cs typeface="Times New Roman" panose="02020603050405020304" pitchFamily="18" charset="0"/>
              </a:rPr>
              <a:t>A. Badr</a:t>
            </a:r>
          </a:p>
          <a:p>
            <a:pPr algn="ctr"/>
            <a:r>
              <a:rPr lang="fr-FR" sz="1400" u="sng" dirty="0">
                <a:latin typeface="Times New Roman" panose="02020603050405020304" pitchFamily="18" charset="0"/>
                <a:cs typeface="Times New Roman" panose="02020603050405020304" pitchFamily="18" charset="0"/>
              </a:rPr>
              <a:t>L. </a:t>
            </a:r>
            <a:r>
              <a:rPr lang="fr-FR" sz="1400" u="sng" dirty="0" err="1">
                <a:latin typeface="Times New Roman" panose="02020603050405020304" pitchFamily="18" charset="0"/>
                <a:cs typeface="Times New Roman" panose="02020603050405020304" pitchFamily="18" charset="0"/>
              </a:rPr>
              <a:t>Federspiel</a:t>
            </a:r>
            <a:endParaRPr lang="fr-FR" sz="1400" u="sng" dirty="0">
              <a:latin typeface="Times New Roman" panose="02020603050405020304" pitchFamily="18" charset="0"/>
              <a:cs typeface="Times New Roman" panose="02020603050405020304" pitchFamily="18" charset="0"/>
            </a:endParaRPr>
          </a:p>
          <a:p>
            <a:pPr algn="ctr"/>
            <a:r>
              <a:rPr lang="fr-FR" sz="1400" u="none" dirty="0">
                <a:latin typeface="Times New Roman" panose="02020603050405020304" pitchFamily="18" charset="0"/>
                <a:cs typeface="Times New Roman" panose="02020603050405020304" pitchFamily="18" charset="0"/>
              </a:rPr>
              <a:t>M. Gallego</a:t>
            </a:r>
          </a:p>
        </p:txBody>
      </p:sp>
      <p:pic>
        <p:nvPicPr>
          <p:cNvPr id="23" name="Picture 2" descr="Département SMR">
            <a:extLst>
              <a:ext uri="{FF2B5EF4-FFF2-40B4-BE49-F238E27FC236}">
                <a16:creationId xmlns:a16="http://schemas.microsoft.com/office/drawing/2014/main" id="{6E6757AE-AAF6-404F-8864-270A93FC7025}"/>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6296434" y="1255012"/>
            <a:ext cx="2695575" cy="371475"/>
          </a:xfrm>
          <a:prstGeom prst="rect">
            <a:avLst/>
          </a:prstGeom>
          <a:noFill/>
          <a:extLst>
            <a:ext uri="{909E8E84-426E-40DD-AFC4-6F175D3DCCD1}">
              <a14:hiddenFill xmlns:a14="http://schemas.microsoft.com/office/drawing/2010/main">
                <a:solidFill>
                  <a:srgbClr val="FFFFFF"/>
                </a:solidFill>
              </a14:hiddenFill>
            </a:ext>
          </a:extLst>
        </p:spPr>
      </p:pic>
      <p:pic>
        <p:nvPicPr>
          <p:cNvPr id="3" name="Image 2">
            <a:extLst>
              <a:ext uri="{FF2B5EF4-FFF2-40B4-BE49-F238E27FC236}">
                <a16:creationId xmlns:a16="http://schemas.microsoft.com/office/drawing/2014/main" id="{883F1D37-829D-482D-BC95-79801CFC896A}"/>
              </a:ext>
            </a:extLst>
          </p:cNvPr>
          <p:cNvPicPr>
            <a:picLocks noChangeAspect="1"/>
          </p:cNvPicPr>
          <p:nvPr userDrawn="1"/>
        </p:nvPicPr>
        <p:blipFill>
          <a:blip r:embed="rId9"/>
          <a:stretch>
            <a:fillRect/>
          </a:stretch>
        </p:blipFill>
        <p:spPr>
          <a:xfrm>
            <a:off x="5418093" y="1144921"/>
            <a:ext cx="798559" cy="641617"/>
          </a:xfrm>
          <a:prstGeom prst="rect">
            <a:avLst/>
          </a:prstGeom>
        </p:spPr>
      </p:pic>
      <p:sp>
        <p:nvSpPr>
          <p:cNvPr id="2" name="ZoneTexte 1">
            <a:extLst>
              <a:ext uri="{FF2B5EF4-FFF2-40B4-BE49-F238E27FC236}">
                <a16:creationId xmlns:a16="http://schemas.microsoft.com/office/drawing/2014/main" id="{212C76E0-78DE-4BE3-A9F3-DA83F1986D68}"/>
              </a:ext>
            </a:extLst>
          </p:cNvPr>
          <p:cNvSpPr txBox="1"/>
          <p:nvPr userDrawn="1"/>
        </p:nvSpPr>
        <p:spPr>
          <a:xfrm>
            <a:off x="6676389" y="4589502"/>
            <a:ext cx="2467611" cy="553998"/>
          </a:xfrm>
          <a:prstGeom prst="rect">
            <a:avLst/>
          </a:prstGeom>
          <a:noFill/>
        </p:spPr>
        <p:txBody>
          <a:bodyPr wrap="square" rtlCol="0" anchor="ctr">
            <a:spAutoFit/>
          </a:bodyPr>
          <a:lstStyle/>
          <a:p>
            <a:endParaRPr lang="fr-FR" sz="1500" dirty="0"/>
          </a:p>
          <a:p>
            <a:r>
              <a:rPr lang="fr-FR" sz="1500" dirty="0"/>
              <a:t>antoine.allard@u-bordeaux.fr</a:t>
            </a:r>
          </a:p>
        </p:txBody>
      </p:sp>
      <p:pic>
        <p:nvPicPr>
          <p:cNvPr id="4" name="Graphique 3" descr="Courrier">
            <a:extLst>
              <a:ext uri="{FF2B5EF4-FFF2-40B4-BE49-F238E27FC236}">
                <a16:creationId xmlns:a16="http://schemas.microsoft.com/office/drawing/2014/main" id="{BB7F2C7F-C5AB-C142-7BE4-5A8E21DA180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6316389" y="4756246"/>
            <a:ext cx="360000" cy="360000"/>
          </a:xfrm>
          <a:prstGeom prst="rect">
            <a:avLst/>
          </a:prstGeom>
        </p:spPr>
      </p:pic>
    </p:spTree>
    <p:extLst>
      <p:ext uri="{BB962C8B-B14F-4D97-AF65-F5344CB8AC3E}">
        <p14:creationId xmlns:p14="http://schemas.microsoft.com/office/powerpoint/2010/main" val="15543531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628650" y="4767263"/>
            <a:ext cx="2057400" cy="273844"/>
          </a:xfrm>
          <a:prstGeom prst="rect">
            <a:avLst/>
          </a:prstGeom>
        </p:spPr>
        <p:txBody>
          <a:bodyPr/>
          <a:lstStyle/>
          <a:p>
            <a:endParaRPr lang="fr-FR" dirty="0"/>
          </a:p>
        </p:txBody>
      </p:sp>
      <p:sp>
        <p:nvSpPr>
          <p:cNvPr id="3" name="Footer Placeholder 2"/>
          <p:cNvSpPr>
            <a:spLocks noGrp="1"/>
          </p:cNvSpPr>
          <p:nvPr>
            <p:ph type="ftr" sz="quarter" idx="11"/>
          </p:nvPr>
        </p:nvSpPr>
        <p:spPr>
          <a:xfrm>
            <a:off x="3028950" y="4767263"/>
            <a:ext cx="3086100" cy="273844"/>
          </a:xfrm>
          <a:prstGeom prst="rect">
            <a:avLst/>
          </a:prstGeom>
        </p:spPr>
        <p:txBody>
          <a:bodyPr/>
          <a:lstStyle/>
          <a:p>
            <a:endParaRPr lang="fr-FR" dirty="0"/>
          </a:p>
        </p:txBody>
      </p:sp>
      <p:sp>
        <p:nvSpPr>
          <p:cNvPr id="4" name="Slide Number Placeholder 3"/>
          <p:cNvSpPr>
            <a:spLocks noGrp="1"/>
          </p:cNvSpPr>
          <p:nvPr>
            <p:ph type="sldNum" sz="quarter" idx="12"/>
          </p:nvPr>
        </p:nvSpPr>
        <p:spPr>
          <a:xfrm>
            <a:off x="6457950" y="4767263"/>
            <a:ext cx="2057400" cy="273844"/>
          </a:xfrm>
          <a:prstGeom prst="rect">
            <a:avLst/>
          </a:prstGeom>
        </p:spPr>
        <p:txBody>
          <a:bodyPr/>
          <a:lstStyle/>
          <a:p>
            <a:fld id="{E9791B11-EC80-479C-9EB2-AD35BA691394}" type="slidenum">
              <a:rPr lang="fr-FR" smtClean="0"/>
              <a:t>‹#›</a:t>
            </a:fld>
            <a:endParaRPr lang="fr-FR" dirty="0"/>
          </a:p>
        </p:txBody>
      </p:sp>
    </p:spTree>
    <p:extLst>
      <p:ext uri="{BB962C8B-B14F-4D97-AF65-F5344CB8AC3E}">
        <p14:creationId xmlns:p14="http://schemas.microsoft.com/office/powerpoint/2010/main" val="13362013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fr-FR"/>
              <a:t>Modifiez le style du titre</a:t>
            </a:r>
            <a:endParaRPr lang="en-US" dirty="0"/>
          </a:p>
        </p:txBody>
      </p:sp>
      <p:sp>
        <p:nvSpPr>
          <p:cNvPr id="3" name="Content Placeholder 2"/>
          <p:cNvSpPr>
            <a:spLocks noGrp="1"/>
          </p:cNvSpPr>
          <p:nvPr>
            <p:ph idx="1"/>
          </p:nvPr>
        </p:nvSpPr>
        <p:spPr>
          <a:xfrm>
            <a:off x="3887391" y="740569"/>
            <a:ext cx="4629150" cy="3655219"/>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fr-FR"/>
              <a:t>Cliquez pour modifier les styles du texte du masque</a:t>
            </a:r>
          </a:p>
        </p:txBody>
      </p:sp>
      <p:sp>
        <p:nvSpPr>
          <p:cNvPr id="5" name="Date Placeholder 4"/>
          <p:cNvSpPr>
            <a:spLocks noGrp="1"/>
          </p:cNvSpPr>
          <p:nvPr>
            <p:ph type="dt" sz="half" idx="10"/>
          </p:nvPr>
        </p:nvSpPr>
        <p:spPr>
          <a:xfrm>
            <a:off x="628650" y="4767263"/>
            <a:ext cx="2057400" cy="273844"/>
          </a:xfrm>
          <a:prstGeom prst="rect">
            <a:avLst/>
          </a:prstGeom>
        </p:spPr>
        <p:txBody>
          <a:bodyPr/>
          <a:lstStyle/>
          <a:p>
            <a:endParaRPr lang="fr-FR" dirty="0"/>
          </a:p>
        </p:txBody>
      </p:sp>
      <p:sp>
        <p:nvSpPr>
          <p:cNvPr id="6" name="Footer Placeholder 5"/>
          <p:cNvSpPr>
            <a:spLocks noGrp="1"/>
          </p:cNvSpPr>
          <p:nvPr>
            <p:ph type="ftr" sz="quarter" idx="11"/>
          </p:nvPr>
        </p:nvSpPr>
        <p:spPr>
          <a:xfrm>
            <a:off x="3028950" y="4767263"/>
            <a:ext cx="3086100" cy="273844"/>
          </a:xfrm>
          <a:prstGeom prst="rect">
            <a:avLst/>
          </a:prstGeom>
        </p:spPr>
        <p:txBody>
          <a:bodyPr/>
          <a:lstStyle/>
          <a:p>
            <a:endParaRPr lang="fr-FR" dirty="0"/>
          </a:p>
        </p:txBody>
      </p:sp>
      <p:sp>
        <p:nvSpPr>
          <p:cNvPr id="7" name="Slide Number Placeholder 6"/>
          <p:cNvSpPr>
            <a:spLocks noGrp="1"/>
          </p:cNvSpPr>
          <p:nvPr>
            <p:ph type="sldNum" sz="quarter" idx="12"/>
          </p:nvPr>
        </p:nvSpPr>
        <p:spPr>
          <a:xfrm>
            <a:off x="6457950" y="4767263"/>
            <a:ext cx="2057400" cy="273844"/>
          </a:xfrm>
          <a:prstGeom prst="rect">
            <a:avLst/>
          </a:prstGeom>
        </p:spPr>
        <p:txBody>
          <a:bodyPr/>
          <a:lstStyle/>
          <a:p>
            <a:fld id="{E9791B11-EC80-479C-9EB2-AD35BA691394}" type="slidenum">
              <a:rPr lang="fr-FR" smtClean="0"/>
              <a:t>‹#›</a:t>
            </a:fld>
            <a:endParaRPr lang="fr-FR" dirty="0"/>
          </a:p>
        </p:txBody>
      </p:sp>
    </p:spTree>
    <p:extLst>
      <p:ext uri="{BB962C8B-B14F-4D97-AF65-F5344CB8AC3E}">
        <p14:creationId xmlns:p14="http://schemas.microsoft.com/office/powerpoint/2010/main" val="223561275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fr-FR"/>
              <a:t>Modifiez le style du titre</a:t>
            </a:r>
            <a:endParaRPr lang="en-US" dirty="0"/>
          </a:p>
        </p:txBody>
      </p:sp>
      <p:sp>
        <p:nvSpPr>
          <p:cNvPr id="3" name="Picture Placeholder 2"/>
          <p:cNvSpPr>
            <a:spLocks noGrp="1" noChangeAspect="1"/>
          </p:cNvSpPr>
          <p:nvPr>
            <p:ph type="pic" idx="1"/>
          </p:nvPr>
        </p:nvSpPr>
        <p:spPr>
          <a:xfrm>
            <a:off x="3887391" y="740569"/>
            <a:ext cx="4629150" cy="3655219"/>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fr-FR" dirty="0"/>
              <a:t>Cliquez sur l'icône pour ajouter une image</a:t>
            </a:r>
            <a:endParaRPr lang="en-US" dirty="0"/>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fr-FR"/>
              <a:t>Cliquez pour modifier les styles du texte du masque</a:t>
            </a:r>
          </a:p>
        </p:txBody>
      </p:sp>
      <p:sp>
        <p:nvSpPr>
          <p:cNvPr id="5" name="Date Placeholder 4"/>
          <p:cNvSpPr>
            <a:spLocks noGrp="1"/>
          </p:cNvSpPr>
          <p:nvPr>
            <p:ph type="dt" sz="half" idx="10"/>
          </p:nvPr>
        </p:nvSpPr>
        <p:spPr>
          <a:xfrm>
            <a:off x="628650" y="4767263"/>
            <a:ext cx="2057400" cy="273844"/>
          </a:xfrm>
          <a:prstGeom prst="rect">
            <a:avLst/>
          </a:prstGeom>
        </p:spPr>
        <p:txBody>
          <a:bodyPr/>
          <a:lstStyle/>
          <a:p>
            <a:endParaRPr lang="fr-FR" dirty="0"/>
          </a:p>
        </p:txBody>
      </p:sp>
      <p:sp>
        <p:nvSpPr>
          <p:cNvPr id="6" name="Footer Placeholder 5"/>
          <p:cNvSpPr>
            <a:spLocks noGrp="1"/>
          </p:cNvSpPr>
          <p:nvPr>
            <p:ph type="ftr" sz="quarter" idx="11"/>
          </p:nvPr>
        </p:nvSpPr>
        <p:spPr>
          <a:xfrm>
            <a:off x="3028950" y="4767263"/>
            <a:ext cx="3086100" cy="273844"/>
          </a:xfrm>
          <a:prstGeom prst="rect">
            <a:avLst/>
          </a:prstGeom>
        </p:spPr>
        <p:txBody>
          <a:bodyPr/>
          <a:lstStyle/>
          <a:p>
            <a:endParaRPr lang="fr-FR" dirty="0"/>
          </a:p>
        </p:txBody>
      </p:sp>
      <p:sp>
        <p:nvSpPr>
          <p:cNvPr id="7" name="Slide Number Placeholder 6"/>
          <p:cNvSpPr>
            <a:spLocks noGrp="1"/>
          </p:cNvSpPr>
          <p:nvPr>
            <p:ph type="sldNum" sz="quarter" idx="12"/>
          </p:nvPr>
        </p:nvSpPr>
        <p:spPr>
          <a:xfrm>
            <a:off x="6457950" y="4767263"/>
            <a:ext cx="2057400" cy="273844"/>
          </a:xfrm>
          <a:prstGeom prst="rect">
            <a:avLst/>
          </a:prstGeom>
        </p:spPr>
        <p:txBody>
          <a:bodyPr/>
          <a:lstStyle/>
          <a:p>
            <a:fld id="{E9791B11-EC80-479C-9EB2-AD35BA691394}" type="slidenum">
              <a:rPr lang="fr-FR" smtClean="0"/>
              <a:t>‹#›</a:t>
            </a:fld>
            <a:endParaRPr lang="fr-FR" dirty="0"/>
          </a:p>
        </p:txBody>
      </p:sp>
    </p:spTree>
    <p:extLst>
      <p:ext uri="{BB962C8B-B14F-4D97-AF65-F5344CB8AC3E}">
        <p14:creationId xmlns:p14="http://schemas.microsoft.com/office/powerpoint/2010/main" val="388381845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a:xfrm>
            <a:off x="628650" y="4767263"/>
            <a:ext cx="2057400" cy="273844"/>
          </a:xfrm>
          <a:prstGeom prst="rect">
            <a:avLst/>
          </a:prstGeom>
        </p:spPr>
        <p:txBody>
          <a:bodyPr/>
          <a:lstStyle/>
          <a:p>
            <a:endParaRPr lang="fr-FR" dirty="0"/>
          </a:p>
        </p:txBody>
      </p:sp>
      <p:sp>
        <p:nvSpPr>
          <p:cNvPr id="5" name="Footer Placeholder 4"/>
          <p:cNvSpPr>
            <a:spLocks noGrp="1"/>
          </p:cNvSpPr>
          <p:nvPr>
            <p:ph type="ftr" sz="quarter" idx="11"/>
          </p:nvPr>
        </p:nvSpPr>
        <p:spPr>
          <a:xfrm>
            <a:off x="3028950" y="4767263"/>
            <a:ext cx="3086100" cy="273844"/>
          </a:xfrm>
          <a:prstGeom prst="rect">
            <a:avLst/>
          </a:prstGeom>
        </p:spPr>
        <p:txBody>
          <a:bodyPr/>
          <a:lstStyle/>
          <a:p>
            <a:endParaRPr lang="fr-FR" dirty="0"/>
          </a:p>
        </p:txBody>
      </p:sp>
      <p:sp>
        <p:nvSpPr>
          <p:cNvPr id="6" name="Slide Number Placeholder 5"/>
          <p:cNvSpPr>
            <a:spLocks noGrp="1"/>
          </p:cNvSpPr>
          <p:nvPr>
            <p:ph type="sldNum" sz="quarter" idx="12"/>
          </p:nvPr>
        </p:nvSpPr>
        <p:spPr>
          <a:xfrm>
            <a:off x="6457950" y="4767263"/>
            <a:ext cx="2057400" cy="273844"/>
          </a:xfrm>
          <a:prstGeom prst="rect">
            <a:avLst/>
          </a:prstGeom>
        </p:spPr>
        <p:txBody>
          <a:bodyPr/>
          <a:lstStyle/>
          <a:p>
            <a:fld id="{E9791B11-EC80-479C-9EB2-AD35BA691394}" type="slidenum">
              <a:rPr lang="fr-FR" smtClean="0"/>
              <a:t>‹#›</a:t>
            </a:fld>
            <a:endParaRPr lang="fr-FR" dirty="0"/>
          </a:p>
        </p:txBody>
      </p:sp>
    </p:spTree>
    <p:extLst>
      <p:ext uri="{BB962C8B-B14F-4D97-AF65-F5344CB8AC3E}">
        <p14:creationId xmlns:p14="http://schemas.microsoft.com/office/powerpoint/2010/main" val="310492768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273844"/>
            <a:ext cx="1971675" cy="4358879"/>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628650" y="273844"/>
            <a:ext cx="5800725" cy="4358879"/>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a:xfrm>
            <a:off x="628650" y="4767263"/>
            <a:ext cx="2057400" cy="273844"/>
          </a:xfrm>
          <a:prstGeom prst="rect">
            <a:avLst/>
          </a:prstGeom>
        </p:spPr>
        <p:txBody>
          <a:bodyPr/>
          <a:lstStyle/>
          <a:p>
            <a:endParaRPr lang="fr-FR" dirty="0"/>
          </a:p>
        </p:txBody>
      </p:sp>
      <p:sp>
        <p:nvSpPr>
          <p:cNvPr id="5" name="Footer Placeholder 4"/>
          <p:cNvSpPr>
            <a:spLocks noGrp="1"/>
          </p:cNvSpPr>
          <p:nvPr>
            <p:ph type="ftr" sz="quarter" idx="11"/>
          </p:nvPr>
        </p:nvSpPr>
        <p:spPr>
          <a:xfrm>
            <a:off x="3028950" y="4767263"/>
            <a:ext cx="3086100" cy="273844"/>
          </a:xfrm>
          <a:prstGeom prst="rect">
            <a:avLst/>
          </a:prstGeom>
        </p:spPr>
        <p:txBody>
          <a:bodyPr/>
          <a:lstStyle/>
          <a:p>
            <a:endParaRPr lang="fr-FR" dirty="0"/>
          </a:p>
        </p:txBody>
      </p:sp>
      <p:sp>
        <p:nvSpPr>
          <p:cNvPr id="6" name="Slide Number Placeholder 5"/>
          <p:cNvSpPr>
            <a:spLocks noGrp="1"/>
          </p:cNvSpPr>
          <p:nvPr>
            <p:ph type="sldNum" sz="quarter" idx="12"/>
          </p:nvPr>
        </p:nvSpPr>
        <p:spPr>
          <a:xfrm>
            <a:off x="6457950" y="4767263"/>
            <a:ext cx="2057400" cy="273844"/>
          </a:xfrm>
          <a:prstGeom prst="rect">
            <a:avLst/>
          </a:prstGeom>
        </p:spPr>
        <p:txBody>
          <a:bodyPr/>
          <a:lstStyle/>
          <a:p>
            <a:fld id="{E9791B11-EC80-479C-9EB2-AD35BA691394}" type="slidenum">
              <a:rPr lang="fr-FR" smtClean="0"/>
              <a:t>‹#›</a:t>
            </a:fld>
            <a:endParaRPr lang="fr-FR" dirty="0"/>
          </a:p>
        </p:txBody>
      </p:sp>
    </p:spTree>
    <p:extLst>
      <p:ext uri="{BB962C8B-B14F-4D97-AF65-F5344CB8AC3E}">
        <p14:creationId xmlns:p14="http://schemas.microsoft.com/office/powerpoint/2010/main" val="2255851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Partie 2">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Modifiez le style du titre</a:t>
            </a:r>
            <a:endParaRPr lang="en-US" dirty="0"/>
          </a:p>
        </p:txBody>
      </p:sp>
      <p:sp>
        <p:nvSpPr>
          <p:cNvPr id="6" name="Slide Number Placeholder 5"/>
          <p:cNvSpPr>
            <a:spLocks noGrp="1"/>
          </p:cNvSpPr>
          <p:nvPr>
            <p:ph type="sldNum" sz="quarter" idx="12"/>
          </p:nvPr>
        </p:nvSpPr>
        <p:spPr>
          <a:xfrm>
            <a:off x="8459028" y="1"/>
            <a:ext cx="684972" cy="296999"/>
          </a:xfrm>
          <a:prstGeom prst="rect">
            <a:avLst/>
          </a:prstGeom>
        </p:spPr>
        <p:txBody>
          <a:bodyPr/>
          <a:lstStyle>
            <a:lvl1pPr>
              <a:lnSpc>
                <a:spcPct val="90000"/>
              </a:lnSpc>
              <a:defRPr sz="2100">
                <a:latin typeface="+mj-lt"/>
              </a:defRPr>
            </a:lvl1pPr>
          </a:lstStyle>
          <a:p>
            <a:fld id="{E9791B11-EC80-479C-9EB2-AD35BA691394}" type="slidenum">
              <a:rPr lang="fr-FR" smtClean="0"/>
              <a:pPr/>
              <a:t>‹#›</a:t>
            </a:fld>
            <a:endParaRPr lang="fr-FR" dirty="0"/>
          </a:p>
        </p:txBody>
      </p:sp>
      <p:sp>
        <p:nvSpPr>
          <p:cNvPr id="4" name="Espace réservé du texte 12">
            <a:extLst>
              <a:ext uri="{FF2B5EF4-FFF2-40B4-BE49-F238E27FC236}">
                <a16:creationId xmlns:a16="http://schemas.microsoft.com/office/drawing/2014/main" id="{5C5682D1-7B98-E455-5894-CB3AD017E698}"/>
              </a:ext>
            </a:extLst>
          </p:cNvPr>
          <p:cNvSpPr>
            <a:spLocks noGrp="1"/>
          </p:cNvSpPr>
          <p:nvPr>
            <p:ph type="body" sz="quarter" idx="14" hasCustomPrompt="1"/>
          </p:nvPr>
        </p:nvSpPr>
        <p:spPr>
          <a:xfrm>
            <a:off x="1285945" y="2206142"/>
            <a:ext cx="1801812" cy="214312"/>
          </a:xfrm>
          <a:prstGeom prst="roundRect">
            <a:avLst>
              <a:gd name="adj" fmla="val 50000"/>
            </a:avLst>
          </a:prstGeom>
          <a:noFill/>
          <a:ln w="12700">
            <a:solidFill>
              <a:schemeClr val="tx1"/>
            </a:solidFill>
            <a:prstDash val="solid"/>
          </a:ln>
        </p:spPr>
        <p:txBody>
          <a:bodyPr anchor="ctr">
            <a:noAutofit/>
          </a:bodyPr>
          <a:lstStyle>
            <a:lvl1pPr marL="0" indent="0" algn="ctr">
              <a:buNone/>
              <a:defRPr sz="1200">
                <a:solidFill>
                  <a:schemeClr val="tx1"/>
                </a:solidFill>
              </a:defRPr>
            </a:lvl1pPr>
          </a:lstStyle>
          <a:p>
            <a:pPr lvl="0"/>
            <a:r>
              <a:rPr lang="fr-FR" dirty="0"/>
              <a:t>Texte</a:t>
            </a:r>
          </a:p>
        </p:txBody>
      </p:sp>
    </p:spTree>
    <p:extLst>
      <p:ext uri="{BB962C8B-B14F-4D97-AF65-F5344CB8AC3E}">
        <p14:creationId xmlns:p14="http://schemas.microsoft.com/office/powerpoint/2010/main" val="38711623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Rectangle 6">
            <a:extLst>
              <a:ext uri="{FF2B5EF4-FFF2-40B4-BE49-F238E27FC236}">
                <a16:creationId xmlns:a16="http://schemas.microsoft.com/office/drawing/2014/main" id="{AFCFDE52-738E-9636-3861-F56B4CE6AB2E}"/>
              </a:ext>
            </a:extLst>
          </p:cNvPr>
          <p:cNvSpPr/>
          <p:nvPr userDrawn="1"/>
        </p:nvSpPr>
        <p:spPr>
          <a:xfrm>
            <a:off x="0" y="0"/>
            <a:ext cx="9144000" cy="297000"/>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rtlCol="0" anchor="ctr"/>
          <a:lstStyle/>
          <a:p>
            <a:pPr algn="ctr"/>
            <a:endParaRPr lang="fr-FR" sz="1800" dirty="0"/>
          </a:p>
        </p:txBody>
      </p:sp>
      <p:sp>
        <p:nvSpPr>
          <p:cNvPr id="2" name="Title Placeholder 1"/>
          <p:cNvSpPr>
            <a:spLocks noGrp="1"/>
          </p:cNvSpPr>
          <p:nvPr>
            <p:ph type="title"/>
          </p:nvPr>
        </p:nvSpPr>
        <p:spPr>
          <a:xfrm>
            <a:off x="0" y="0"/>
            <a:ext cx="8515350" cy="297000"/>
          </a:xfrm>
          <a:prstGeom prst="rect">
            <a:avLst/>
          </a:prstGeom>
        </p:spPr>
        <p:txBody>
          <a:bodyPr vert="horz" lIns="91440" tIns="45720" rIns="91440" bIns="45720" rtlCol="0" anchor="ctr">
            <a:noAutofit/>
          </a:bodyPr>
          <a:lstStyle/>
          <a:p>
            <a:r>
              <a:rPr lang="fr-FR" dirty="0"/>
              <a:t>Modifiez le style du titre</a:t>
            </a:r>
            <a:endParaRPr lang="en-US" dirty="0"/>
          </a:p>
        </p:txBody>
      </p:sp>
    </p:spTree>
    <p:extLst>
      <p:ext uri="{BB962C8B-B14F-4D97-AF65-F5344CB8AC3E}">
        <p14:creationId xmlns:p14="http://schemas.microsoft.com/office/powerpoint/2010/main" val="1935263761"/>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708" r:id="rId3"/>
    <p:sldLayoutId id="2147483709" r:id="rId4"/>
    <p:sldLayoutId id="2147483699" r:id="rId5"/>
    <p:sldLayoutId id="2147483700" r:id="rId6"/>
    <p:sldLayoutId id="2147483701" r:id="rId7"/>
    <p:sldLayoutId id="2147483702" r:id="rId8"/>
    <p:sldLayoutId id="2147483710" r:id="rId9"/>
    <p:sldLayoutId id="2147483703" r:id="rId10"/>
    <p:sldLayoutId id="2147483704" r:id="rId11"/>
    <p:sldLayoutId id="2147483705" r:id="rId12"/>
    <p:sldLayoutId id="2147483706" r:id="rId13"/>
    <p:sldLayoutId id="2147483707" r:id="rId14"/>
    <p:sldLayoutId id="2147483712" r:id="rId15"/>
  </p:sldLayoutIdLst>
  <p:hf hdr="0" ftr="0" dt="0"/>
  <p:txStyles>
    <p:titleStyle>
      <a:lvl1pPr algn="l" defTabSz="685800" rtl="0" eaLnBrk="1" latinLnBrk="0" hangingPunct="1">
        <a:lnSpc>
          <a:spcPct val="90000"/>
        </a:lnSpc>
        <a:spcBef>
          <a:spcPct val="0"/>
        </a:spcBef>
        <a:buNone/>
        <a:defRPr sz="21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150.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15.png"/><Relationship Id="rId5" Type="http://schemas.openxmlformats.org/officeDocument/2006/relationships/image" Target="../media/image14.jpeg"/><Relationship Id="rId4" Type="http://schemas.openxmlformats.org/officeDocument/2006/relationships/image" Target="../media/image13.jpeg"/></Relationships>
</file>

<file path=ppt/slides/_rels/slide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jpeg"/><Relationship Id="rId1" Type="http://schemas.openxmlformats.org/officeDocument/2006/relationships/slideLayout" Target="../slideLayouts/slideLayout2.xml"/><Relationship Id="rId5" Type="http://schemas.openxmlformats.org/officeDocument/2006/relationships/image" Target="../media/image19.jpeg"/><Relationship Id="rId4" Type="http://schemas.openxmlformats.org/officeDocument/2006/relationships/image" Target="../media/image18.png"/></Relationships>
</file>

<file path=ppt/slides/_rels/slide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7.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4.png"/><Relationship Id="rId7" Type="http://schemas.openxmlformats.org/officeDocument/2006/relationships/image" Target="../media/image2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0.png"/><Relationship Id="rId10" Type="http://schemas.openxmlformats.org/officeDocument/2006/relationships/image" Target="../media/image29.png"/><Relationship Id="rId4" Type="http://schemas.openxmlformats.org/officeDocument/2006/relationships/image" Target="../media/image220.png"/><Relationship Id="rId9" Type="http://schemas.openxmlformats.org/officeDocument/2006/relationships/image" Target="../media/image28.png"/></Relationships>
</file>

<file path=ppt/slides/_rels/slide8.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24.png"/><Relationship Id="rId7" Type="http://schemas.openxmlformats.org/officeDocument/2006/relationships/image" Target="../media/image34.png"/><Relationship Id="rId2" Type="http://schemas.openxmlformats.org/officeDocument/2006/relationships/image" Target="../media/image30.png"/><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 Id="rId9" Type="http://schemas.openxmlformats.org/officeDocument/2006/relationships/image" Target="../media/image36.png"/></Relationships>
</file>

<file path=ppt/slides/_rels/slide9.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24.png"/><Relationship Id="rId1" Type="http://schemas.openxmlformats.org/officeDocument/2006/relationships/slideLayout" Target="../slideLayouts/slideLayout2.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 Id="rId9" Type="http://schemas.openxmlformats.org/officeDocument/2006/relationships/image" Target="../media/image43.png"/></Relationships>
</file>

<file path=ppt/slides/_rels/slide10.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openxmlformats.org/officeDocument/2006/relationships/image" Target="../media/image46.png"/><Relationship Id="rId13" Type="http://schemas.openxmlformats.org/officeDocument/2006/relationships/image" Target="../media/image50.png"/><Relationship Id="rId3" Type="http://schemas.openxmlformats.org/officeDocument/2006/relationships/image" Target="../media/image24.png"/><Relationship Id="rId7" Type="http://schemas.openxmlformats.org/officeDocument/2006/relationships/image" Target="../media/image44.png"/><Relationship Id="rId12" Type="http://schemas.openxmlformats.org/officeDocument/2006/relationships/image" Target="../media/image49.png"/><Relationship Id="rId2" Type="http://schemas.openxmlformats.org/officeDocument/2006/relationships/image" Target="../media/image45.png"/><Relationship Id="rId1" Type="http://schemas.openxmlformats.org/officeDocument/2006/relationships/slideLayout" Target="../slideLayouts/slideLayout2.xml"/><Relationship Id="rId6" Type="http://schemas.openxmlformats.org/officeDocument/2006/relationships/image" Target="../media/image33.png"/><Relationship Id="rId11" Type="http://schemas.openxmlformats.org/officeDocument/2006/relationships/image" Target="../media/image48.png"/><Relationship Id="rId5" Type="http://schemas.openxmlformats.org/officeDocument/2006/relationships/image" Target="../media/image32.png"/><Relationship Id="rId10" Type="http://schemas.openxmlformats.org/officeDocument/2006/relationships/image" Target="../media/image47.png"/><Relationship Id="rId4" Type="http://schemas.openxmlformats.org/officeDocument/2006/relationships/image" Target="../media/image31.png"/><Relationship Id="rId9" Type="http://schemas.openxmlformats.org/officeDocument/2006/relationships/image" Target="../media/image37.png"/></Relationships>
</file>

<file path=ppt/slides/_rels/slide1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2.xml"/><Relationship Id="rId6" Type="http://schemas.openxmlformats.org/officeDocument/2006/relationships/image" Target="../media/image55.png"/><Relationship Id="rId5" Type="http://schemas.openxmlformats.org/officeDocument/2006/relationships/image" Target="../media/image54.png"/><Relationship Id="rId4" Type="http://schemas.openxmlformats.org/officeDocument/2006/relationships/image" Target="../media/image53.png"/></Relationships>
</file>

<file path=ppt/slides/_rels/slide13.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15.xml"/><Relationship Id="rId4" Type="http://schemas.openxmlformats.org/officeDocument/2006/relationships/image" Target="../media/image6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92332C8-66A3-297C-5185-5876D5F5AC80}"/>
              </a:ext>
            </a:extLst>
          </p:cNvPr>
          <p:cNvSpPr>
            <a:spLocks noGrp="1"/>
          </p:cNvSpPr>
          <p:nvPr>
            <p:ph type="ctrTitle"/>
          </p:nvPr>
        </p:nvSpPr>
        <p:spPr>
          <a:xfrm>
            <a:off x="365593" y="616571"/>
            <a:ext cx="8412813" cy="1033411"/>
          </a:xfrm>
        </p:spPr>
        <p:txBody>
          <a:bodyPr>
            <a:normAutofit/>
          </a:bodyPr>
          <a:lstStyle/>
          <a:p>
            <a:r>
              <a:rPr lang="en-GB" dirty="0">
                <a:solidFill>
                  <a:srgbClr val="62003C"/>
                </a:solidFill>
                <a:latin typeface="Times New Roman" panose="02020603050405020304" pitchFamily="18" charset="0"/>
                <a:cs typeface="Times New Roman" panose="02020603050405020304" pitchFamily="18" charset="0"/>
              </a:rPr>
              <a:t>Photosynthesis and Chlorophyll Fluorescence:</a:t>
            </a:r>
            <a:br>
              <a:rPr lang="en-GB" dirty="0">
                <a:solidFill>
                  <a:srgbClr val="62003C"/>
                </a:solidFill>
                <a:latin typeface="Times New Roman" panose="02020603050405020304" pitchFamily="18" charset="0"/>
                <a:cs typeface="Times New Roman" panose="02020603050405020304" pitchFamily="18" charset="0"/>
              </a:rPr>
            </a:br>
            <a:r>
              <a:rPr lang="en-GB" dirty="0">
                <a:solidFill>
                  <a:srgbClr val="62003C"/>
                </a:solidFill>
                <a:latin typeface="Times New Roman" panose="02020603050405020304" pitchFamily="18" charset="0"/>
                <a:cs typeface="Times New Roman" panose="02020603050405020304" pitchFamily="18" charset="0"/>
              </a:rPr>
              <a:t>Principles, Regulation, and PAM Fluorometry</a:t>
            </a:r>
            <a:endParaRPr lang="fr-FR" i="1" dirty="0"/>
          </a:p>
        </p:txBody>
      </p:sp>
    </p:spTree>
    <p:extLst>
      <p:ext uri="{BB962C8B-B14F-4D97-AF65-F5344CB8AC3E}">
        <p14:creationId xmlns:p14="http://schemas.microsoft.com/office/powerpoint/2010/main" val="39798484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8EAA732-2462-EF88-0D19-08EE3FA75BE2}"/>
              </a:ext>
            </a:extLst>
          </p:cNvPr>
          <p:cNvSpPr>
            <a:spLocks noGrp="1"/>
          </p:cNvSpPr>
          <p:nvPr>
            <p:ph type="title"/>
          </p:nvPr>
        </p:nvSpPr>
        <p:spPr/>
        <p:txBody>
          <a:bodyPr/>
          <a:lstStyle/>
          <a:p>
            <a:r>
              <a:rPr lang="fr-FR" dirty="0" err="1"/>
              <a:t>Photosynthetic</a:t>
            </a:r>
            <a:r>
              <a:rPr lang="fr-FR" dirty="0"/>
              <a:t> </a:t>
            </a:r>
            <a:r>
              <a:rPr lang="fr-FR" dirty="0" err="1"/>
              <a:t>organisms</a:t>
            </a:r>
            <a:endParaRPr lang="en-GB" dirty="0"/>
          </a:p>
        </p:txBody>
      </p:sp>
      <p:sp>
        <p:nvSpPr>
          <p:cNvPr id="3" name="Espace réservé du numéro de diapositive 2">
            <a:extLst>
              <a:ext uri="{FF2B5EF4-FFF2-40B4-BE49-F238E27FC236}">
                <a16:creationId xmlns:a16="http://schemas.microsoft.com/office/drawing/2014/main" id="{E109F9A9-7487-80E3-2783-09689E5C77FA}"/>
              </a:ext>
            </a:extLst>
          </p:cNvPr>
          <p:cNvSpPr>
            <a:spLocks noGrp="1"/>
          </p:cNvSpPr>
          <p:nvPr>
            <p:ph type="sldNum" sz="quarter" idx="12"/>
          </p:nvPr>
        </p:nvSpPr>
        <p:spPr/>
        <p:txBody>
          <a:bodyPr/>
          <a:lstStyle/>
          <a:p>
            <a:fld id="{E9791B11-EC80-479C-9EB2-AD35BA691394}" type="slidenum">
              <a:rPr lang="fr-FR" smtClean="0"/>
              <a:pPr/>
              <a:t>2</a:t>
            </a:fld>
            <a:endParaRPr lang="fr-FR" dirty="0"/>
          </a:p>
        </p:txBody>
      </p:sp>
      <p:grpSp>
        <p:nvGrpSpPr>
          <p:cNvPr id="5" name="Groupe 4">
            <a:extLst>
              <a:ext uri="{FF2B5EF4-FFF2-40B4-BE49-F238E27FC236}">
                <a16:creationId xmlns:a16="http://schemas.microsoft.com/office/drawing/2014/main" id="{9A03FF32-6437-4AD8-31DB-54763559C774}"/>
              </a:ext>
            </a:extLst>
          </p:cNvPr>
          <p:cNvGrpSpPr/>
          <p:nvPr/>
        </p:nvGrpSpPr>
        <p:grpSpPr>
          <a:xfrm>
            <a:off x="4860470" y="772146"/>
            <a:ext cx="4000532" cy="4032189"/>
            <a:chOff x="7049482" y="629315"/>
            <a:chExt cx="2366681" cy="2385410"/>
          </a:xfrm>
        </p:grpSpPr>
        <p:grpSp>
          <p:nvGrpSpPr>
            <p:cNvPr id="6" name="Groupe 5">
              <a:extLst>
                <a:ext uri="{FF2B5EF4-FFF2-40B4-BE49-F238E27FC236}">
                  <a16:creationId xmlns:a16="http://schemas.microsoft.com/office/drawing/2014/main" id="{B8AADF7C-5F53-3B52-B1E9-1F4C93AAFCE0}"/>
                </a:ext>
              </a:extLst>
            </p:cNvPr>
            <p:cNvGrpSpPr/>
            <p:nvPr/>
          </p:nvGrpSpPr>
          <p:grpSpPr>
            <a:xfrm>
              <a:off x="7273610" y="629315"/>
              <a:ext cx="1906579" cy="2139190"/>
              <a:chOff x="2852738" y="1285460"/>
              <a:chExt cx="3438525" cy="3858040"/>
            </a:xfrm>
          </p:grpSpPr>
          <p:pic>
            <p:nvPicPr>
              <p:cNvPr id="8" name="Picture 4" descr="Microorganisms 08 01047 g006">
                <a:extLst>
                  <a:ext uri="{FF2B5EF4-FFF2-40B4-BE49-F238E27FC236}">
                    <a16:creationId xmlns:a16="http://schemas.microsoft.com/office/drawing/2014/main" id="{BCA7F386-0ADA-5344-4736-D86B2139C90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24992"/>
              <a:stretch/>
            </p:blipFill>
            <p:spPr bwMode="auto">
              <a:xfrm>
                <a:off x="2852738" y="1285460"/>
                <a:ext cx="3438525" cy="3858039"/>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6" descr="Microorganisms 08 01047 g007">
                <a:extLst>
                  <a:ext uri="{FF2B5EF4-FFF2-40B4-BE49-F238E27FC236}">
                    <a16:creationId xmlns:a16="http://schemas.microsoft.com/office/drawing/2014/main" id="{8305CD5C-E277-20D5-F5DF-696BA5F7F200}"/>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50000" t="50000"/>
              <a:stretch/>
            </p:blipFill>
            <p:spPr bwMode="auto">
              <a:xfrm>
                <a:off x="4582683" y="2571750"/>
                <a:ext cx="1703387" cy="2571750"/>
              </a:xfrm>
              <a:prstGeom prst="rect">
                <a:avLst/>
              </a:prstGeom>
              <a:noFill/>
              <a:extLst>
                <a:ext uri="{909E8E84-426E-40DD-AFC4-6F175D3DCCD1}">
                  <a14:hiddenFill xmlns:a14="http://schemas.microsoft.com/office/drawing/2010/main">
                    <a:solidFill>
                      <a:srgbClr val="FFFFFF"/>
                    </a:solidFill>
                  </a14:hiddenFill>
                </a:ext>
              </a:extLst>
            </p:spPr>
          </p:pic>
        </p:grpSp>
        <p:sp>
          <p:nvSpPr>
            <p:cNvPr id="7" name="TextBox 32">
              <a:extLst>
                <a:ext uri="{FF2B5EF4-FFF2-40B4-BE49-F238E27FC236}">
                  <a16:creationId xmlns:a16="http://schemas.microsoft.com/office/drawing/2014/main" id="{888CF98D-76FF-86E8-B50E-62F3EF8929DF}"/>
                </a:ext>
              </a:extLst>
            </p:cNvPr>
            <p:cNvSpPr txBox="1"/>
            <p:nvPr/>
          </p:nvSpPr>
          <p:spPr>
            <a:xfrm>
              <a:off x="7049482" y="2768504"/>
              <a:ext cx="2366681" cy="246221"/>
            </a:xfrm>
            <a:prstGeom prst="rect">
              <a:avLst/>
            </a:prstGeom>
            <a:noFill/>
          </p:spPr>
          <p:txBody>
            <a:bodyPr wrap="square">
              <a:spAutoFit/>
            </a:bodyPr>
            <a:lstStyle/>
            <a:p>
              <a:pPr algn="ctr"/>
              <a:r>
                <a:rPr lang="en-US" sz="1000" b="0" i="1" dirty="0" err="1">
                  <a:effectLst/>
                  <a:latin typeface="Times New Roman" panose="02020603050405020304" pitchFamily="18" charset="0"/>
                  <a:cs typeface="Times New Roman" panose="02020603050405020304" pitchFamily="18" charset="0"/>
                </a:rPr>
                <a:t>Samolov</a:t>
              </a:r>
              <a:r>
                <a:rPr lang="en-US" sz="1000" b="0" i="1" dirty="0">
                  <a:effectLst/>
                  <a:latin typeface="Times New Roman" panose="02020603050405020304" pitchFamily="18" charset="0"/>
                  <a:cs typeface="Times New Roman" panose="02020603050405020304" pitchFamily="18" charset="0"/>
                </a:rPr>
                <a:t> et al., Microorganisms, 2020</a:t>
              </a:r>
              <a:endParaRPr lang="fr-FR" sz="1000" i="1" dirty="0">
                <a:latin typeface="Times New Roman" panose="02020603050405020304" pitchFamily="18" charset="0"/>
                <a:cs typeface="Times New Roman" panose="02020603050405020304" pitchFamily="18" charset="0"/>
              </a:endParaRPr>
            </a:p>
          </p:txBody>
        </p:sp>
      </p:grpSp>
      <p:sp>
        <p:nvSpPr>
          <p:cNvPr id="10" name="Espace réservé du texte 11">
            <a:extLst>
              <a:ext uri="{FF2B5EF4-FFF2-40B4-BE49-F238E27FC236}">
                <a16:creationId xmlns:a16="http://schemas.microsoft.com/office/drawing/2014/main" id="{427F6A00-DDF6-417D-9708-7A7ECA53894F}"/>
              </a:ext>
            </a:extLst>
          </p:cNvPr>
          <p:cNvSpPr txBox="1">
            <a:spLocks/>
          </p:cNvSpPr>
          <p:nvPr/>
        </p:nvSpPr>
        <p:spPr>
          <a:xfrm>
            <a:off x="6105454" y="553520"/>
            <a:ext cx="1490537" cy="145744"/>
          </a:xfrm>
          <a:prstGeom prst="roundRect">
            <a:avLst>
              <a:gd name="adj" fmla="val 33309"/>
            </a:avLst>
          </a:prstGeom>
          <a:solidFill>
            <a:schemeClr val="bg1">
              <a:alpha val="69804"/>
            </a:schemeClr>
          </a:solidFill>
          <a:ln w="12700">
            <a:solidFill>
              <a:schemeClr val="tx1"/>
            </a:solidFill>
            <a:prstDash val="solid"/>
          </a:ln>
        </p:spPr>
        <p:txBody>
          <a:bodyPr vert="horz" lIns="91440" tIns="45720" rIns="91440" bIns="45720" rtlCol="0" anchor="ctr">
            <a:noAutofit/>
          </a:bodyPr>
          <a:lstStyle>
            <a:lvl1pPr marL="0" indent="0" algn="ctr" defTabSz="685800" rtl="0" eaLnBrk="1" latinLnBrk="0" hangingPunct="1">
              <a:lnSpc>
                <a:spcPct val="90000"/>
              </a:lnSpc>
              <a:spcBef>
                <a:spcPts val="750"/>
              </a:spcBef>
              <a:buFont typeface="Arial" panose="020B0604020202020204" pitchFamily="34" charset="0"/>
              <a:buNone/>
              <a:defRPr sz="1200" kern="1200">
                <a:solidFill>
                  <a:schemeClr val="bg2">
                    <a:lumMod val="50000"/>
                  </a:schemeClr>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fr-FR" sz="1000" dirty="0" err="1">
                <a:solidFill>
                  <a:schemeClr val="tx1"/>
                </a:solidFill>
              </a:rPr>
              <a:t>Algae</a:t>
            </a:r>
            <a:r>
              <a:rPr lang="fr-FR" sz="1000" dirty="0">
                <a:solidFill>
                  <a:schemeClr val="tx1"/>
                </a:solidFill>
              </a:rPr>
              <a:t> and </a:t>
            </a:r>
            <a:r>
              <a:rPr lang="fr-FR" sz="1000" dirty="0" err="1">
                <a:solidFill>
                  <a:schemeClr val="tx1"/>
                </a:solidFill>
              </a:rPr>
              <a:t>cyanobacteria</a:t>
            </a:r>
            <a:endParaRPr lang="fr-FR" sz="1000" u="sng" dirty="0">
              <a:solidFill>
                <a:schemeClr val="tx1"/>
              </a:solidFill>
            </a:endParaRPr>
          </a:p>
        </p:txBody>
      </p:sp>
      <p:pic>
        <p:nvPicPr>
          <p:cNvPr id="11" name="Mimosa pudica">
            <a:hlinkClick r:id="" action="ppaction://media"/>
            <a:extLst>
              <a:ext uri="{FF2B5EF4-FFF2-40B4-BE49-F238E27FC236}">
                <a16:creationId xmlns:a16="http://schemas.microsoft.com/office/drawing/2014/main" id="{16084505-05E9-BFF9-0BB6-9576FE3C7E95}"/>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6"/>
          <a:srcRect t="9796" b="13911"/>
          <a:stretch/>
        </p:blipFill>
        <p:spPr>
          <a:xfrm>
            <a:off x="1359287" y="780743"/>
            <a:ext cx="2582292" cy="3582014"/>
          </a:xfrm>
          <a:prstGeom prst="rect">
            <a:avLst/>
          </a:prstGeom>
        </p:spPr>
      </p:pic>
      <p:cxnSp>
        <p:nvCxnSpPr>
          <p:cNvPr id="12" name="Connecteur droit 11">
            <a:extLst>
              <a:ext uri="{FF2B5EF4-FFF2-40B4-BE49-F238E27FC236}">
                <a16:creationId xmlns:a16="http://schemas.microsoft.com/office/drawing/2014/main" id="{3055313A-9333-02C1-D02A-036995F099A4}"/>
              </a:ext>
            </a:extLst>
          </p:cNvPr>
          <p:cNvCxnSpPr>
            <a:cxnSpLocks/>
          </p:cNvCxnSpPr>
          <p:nvPr/>
        </p:nvCxnSpPr>
        <p:spPr>
          <a:xfrm>
            <a:off x="3075731" y="4173081"/>
            <a:ext cx="652339"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ZoneTexte 1">
                <a:extLst>
                  <a:ext uri="{FF2B5EF4-FFF2-40B4-BE49-F238E27FC236}">
                    <a16:creationId xmlns:a16="http://schemas.microsoft.com/office/drawing/2014/main" id="{DD928EB1-2986-3853-8090-E9F126321F44}"/>
                  </a:ext>
                </a:extLst>
              </p:cNvPr>
              <p:cNvSpPr txBox="1"/>
              <p:nvPr/>
            </p:nvSpPr>
            <p:spPr>
              <a:xfrm>
                <a:off x="3087805" y="3945084"/>
                <a:ext cx="628189" cy="2152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fr-FR" sz="800" b="0" i="1" dirty="0" smtClean="0">
                          <a:solidFill>
                            <a:schemeClr val="bg1"/>
                          </a:solidFill>
                          <a:latin typeface="Cambria Math" panose="02040503050406030204" pitchFamily="18" charset="0"/>
                          <a:cs typeface="Arial" panose="020B0604020202020204" pitchFamily="34" charset="0"/>
                        </a:rPr>
                        <m:t>5 </m:t>
                      </m:r>
                      <m:r>
                        <m:rPr>
                          <m:sty m:val="p"/>
                        </m:rPr>
                        <a:rPr lang="fr-FR" sz="800" b="0" i="0" dirty="0" smtClean="0">
                          <a:solidFill>
                            <a:schemeClr val="bg1"/>
                          </a:solidFill>
                          <a:latin typeface="Cambria Math" panose="02040503050406030204" pitchFamily="18" charset="0"/>
                          <a:cs typeface="Arial" panose="020B0604020202020204" pitchFamily="34" charset="0"/>
                        </a:rPr>
                        <m:t>cm</m:t>
                      </m:r>
                    </m:oMath>
                  </m:oMathPara>
                </a14:m>
                <a:endParaRPr lang="fr-FR" sz="800" dirty="0">
                  <a:solidFill>
                    <a:schemeClr val="bg1"/>
                  </a:solidFill>
                  <a:latin typeface="Arial" panose="020B0604020202020204" pitchFamily="34" charset="0"/>
                  <a:cs typeface="Arial" panose="020B0604020202020204" pitchFamily="34" charset="0"/>
                </a:endParaRPr>
              </a:p>
            </p:txBody>
          </p:sp>
        </mc:Choice>
        <mc:Fallback xmlns="">
          <p:sp>
            <p:nvSpPr>
              <p:cNvPr id="13" name="ZoneTexte 1">
                <a:extLst>
                  <a:ext uri="{FF2B5EF4-FFF2-40B4-BE49-F238E27FC236}">
                    <a16:creationId xmlns:a16="http://schemas.microsoft.com/office/drawing/2014/main" id="{DD928EB1-2986-3853-8090-E9F126321F44}"/>
                  </a:ext>
                </a:extLst>
              </p:cNvPr>
              <p:cNvSpPr txBox="1">
                <a:spLocks noRot="1" noChangeAspect="1" noMove="1" noResize="1" noEditPoints="1" noAdjustHandles="1" noChangeArrowheads="1" noChangeShapeType="1" noTextEdit="1"/>
              </p:cNvSpPr>
              <p:nvPr/>
            </p:nvSpPr>
            <p:spPr>
              <a:xfrm>
                <a:off x="3087805" y="3945084"/>
                <a:ext cx="628189" cy="215224"/>
              </a:xfrm>
              <a:prstGeom prst="rect">
                <a:avLst/>
              </a:prstGeom>
              <a:blipFill>
                <a:blip r:embed="rId7"/>
                <a:stretch>
                  <a:fillRect/>
                </a:stretch>
              </a:blipFill>
            </p:spPr>
            <p:txBody>
              <a:bodyPr/>
              <a:lstStyle/>
              <a:p>
                <a:r>
                  <a:rPr lang="en-GB">
                    <a:noFill/>
                  </a:rPr>
                  <a:t> </a:t>
                </a:r>
              </a:p>
            </p:txBody>
          </p:sp>
        </mc:Fallback>
      </mc:AlternateContent>
      <p:sp>
        <p:nvSpPr>
          <p:cNvPr id="14" name="Espace réservé du texte 11">
            <a:extLst>
              <a:ext uri="{FF2B5EF4-FFF2-40B4-BE49-F238E27FC236}">
                <a16:creationId xmlns:a16="http://schemas.microsoft.com/office/drawing/2014/main" id="{A246AF0D-703E-000B-EF82-49D024CE8EE6}"/>
              </a:ext>
            </a:extLst>
          </p:cNvPr>
          <p:cNvSpPr txBox="1">
            <a:spLocks/>
          </p:cNvSpPr>
          <p:nvPr/>
        </p:nvSpPr>
        <p:spPr>
          <a:xfrm>
            <a:off x="2040182" y="518746"/>
            <a:ext cx="1490537" cy="145744"/>
          </a:xfrm>
          <a:prstGeom prst="roundRect">
            <a:avLst>
              <a:gd name="adj" fmla="val 33309"/>
            </a:avLst>
          </a:prstGeom>
          <a:solidFill>
            <a:schemeClr val="bg1">
              <a:alpha val="69804"/>
            </a:schemeClr>
          </a:solidFill>
          <a:ln w="12700">
            <a:solidFill>
              <a:schemeClr val="tx1"/>
            </a:solidFill>
            <a:prstDash val="solid"/>
          </a:ln>
        </p:spPr>
        <p:txBody>
          <a:bodyPr vert="horz" lIns="91440" tIns="45720" rIns="91440" bIns="45720" rtlCol="0" anchor="ctr">
            <a:noAutofit/>
          </a:bodyPr>
          <a:lstStyle>
            <a:lvl1pPr marL="0" indent="0" algn="ctr" defTabSz="685800" rtl="0" eaLnBrk="1" latinLnBrk="0" hangingPunct="1">
              <a:lnSpc>
                <a:spcPct val="90000"/>
              </a:lnSpc>
              <a:spcBef>
                <a:spcPts val="750"/>
              </a:spcBef>
              <a:buFont typeface="Arial" panose="020B0604020202020204" pitchFamily="34" charset="0"/>
              <a:buNone/>
              <a:defRPr sz="1200" kern="1200">
                <a:solidFill>
                  <a:schemeClr val="bg2">
                    <a:lumMod val="50000"/>
                  </a:schemeClr>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fr-FR" sz="1000" dirty="0" err="1">
                <a:solidFill>
                  <a:schemeClr val="tx1"/>
                </a:solidFill>
              </a:rPr>
              <a:t>Higher</a:t>
            </a:r>
            <a:r>
              <a:rPr lang="fr-FR" sz="1000" dirty="0">
                <a:solidFill>
                  <a:schemeClr val="tx1"/>
                </a:solidFill>
              </a:rPr>
              <a:t> plants</a:t>
            </a:r>
            <a:endParaRPr lang="fr-FR" sz="1000" u="sng" dirty="0">
              <a:solidFill>
                <a:schemeClr val="tx1"/>
              </a:solidFill>
            </a:endParaRPr>
          </a:p>
        </p:txBody>
      </p:sp>
    </p:spTree>
    <p:extLst>
      <p:ext uri="{BB962C8B-B14F-4D97-AF65-F5344CB8AC3E}">
        <p14:creationId xmlns:p14="http://schemas.microsoft.com/office/powerpoint/2010/main" val="13747353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087"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11"/>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11"/>
                                        </p:tgtEl>
                                      </p:cBhvr>
                                    </p:cmd>
                                  </p:childTnLst>
                                </p:cTn>
                              </p:par>
                            </p:childTnLst>
                          </p:cTn>
                        </p:par>
                      </p:childTnLst>
                    </p:cTn>
                  </p:par>
                </p:childTnLst>
              </p:cTn>
              <p:nextCondLst>
                <p:cond evt="onClick" delay="0">
                  <p:tgtEl>
                    <p:spTgt spid="11"/>
                  </p:tgtEl>
                </p:cond>
              </p:nextCondLst>
            </p:seq>
            <p:video>
              <p:cMediaNode vol="80000" mute="1">
                <p:cTn id="12" repeatCount="indefinite" fill="hold" display="0">
                  <p:stCondLst>
                    <p:cond delay="indefinite"/>
                  </p:stCondLst>
                </p:cTn>
                <p:tgtEl>
                  <p:spTgt spid="11"/>
                </p:tgtEl>
              </p:cMediaNode>
            </p:vide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906A086-D40E-D076-9346-8A772E7EDD3F}"/>
              </a:ext>
            </a:extLst>
          </p:cNvPr>
          <p:cNvSpPr>
            <a:spLocks noGrp="1"/>
          </p:cNvSpPr>
          <p:nvPr>
            <p:ph type="title"/>
          </p:nvPr>
        </p:nvSpPr>
        <p:spPr/>
        <p:txBody>
          <a:bodyPr/>
          <a:lstStyle/>
          <a:p>
            <a:r>
              <a:rPr lang="fr-FR" dirty="0" err="1"/>
              <a:t>Photosynthesis</a:t>
            </a:r>
            <a:r>
              <a:rPr lang="fr-FR" dirty="0"/>
              <a:t> in (</a:t>
            </a:r>
            <a:r>
              <a:rPr lang="fr-FR" dirty="0" err="1"/>
              <a:t>too</a:t>
            </a:r>
            <a:r>
              <a:rPr lang="fr-FR" dirty="0"/>
              <a:t>) brief</a:t>
            </a:r>
            <a:endParaRPr lang="en-GB" dirty="0"/>
          </a:p>
        </p:txBody>
      </p:sp>
      <p:sp>
        <p:nvSpPr>
          <p:cNvPr id="3" name="Espace réservé du numéro de diapositive 2">
            <a:extLst>
              <a:ext uri="{FF2B5EF4-FFF2-40B4-BE49-F238E27FC236}">
                <a16:creationId xmlns:a16="http://schemas.microsoft.com/office/drawing/2014/main" id="{EE4653BD-9AB5-A155-B536-335FBD279409}"/>
              </a:ext>
            </a:extLst>
          </p:cNvPr>
          <p:cNvSpPr>
            <a:spLocks noGrp="1"/>
          </p:cNvSpPr>
          <p:nvPr>
            <p:ph type="sldNum" sz="quarter" idx="12"/>
          </p:nvPr>
        </p:nvSpPr>
        <p:spPr/>
        <p:txBody>
          <a:bodyPr/>
          <a:lstStyle/>
          <a:p>
            <a:fld id="{E9791B11-EC80-479C-9EB2-AD35BA691394}" type="slidenum">
              <a:rPr lang="fr-FR" smtClean="0"/>
              <a:pPr/>
              <a:t>3</a:t>
            </a:fld>
            <a:endParaRPr lang="fr-FR" dirty="0"/>
          </a:p>
        </p:txBody>
      </p:sp>
      <mc:AlternateContent xmlns:mc="http://schemas.openxmlformats.org/markup-compatibility/2006" xmlns:a14="http://schemas.microsoft.com/office/drawing/2010/main">
        <mc:Choice Requires="a14">
          <p:sp>
            <p:nvSpPr>
              <p:cNvPr id="5" name="ZoneTexte 4">
                <a:extLst>
                  <a:ext uri="{FF2B5EF4-FFF2-40B4-BE49-F238E27FC236}">
                    <a16:creationId xmlns:a16="http://schemas.microsoft.com/office/drawing/2014/main" id="{6BDD26F5-2299-E20A-7BF6-52D274F26F72}"/>
                  </a:ext>
                </a:extLst>
              </p:cNvPr>
              <p:cNvSpPr txBox="1"/>
              <p:nvPr/>
            </p:nvSpPr>
            <p:spPr>
              <a:xfrm>
                <a:off x="2966497" y="2312224"/>
                <a:ext cx="3211007" cy="51905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m:rPr>
                          <m:sty m:val="p"/>
                        </m:rPr>
                        <a:rPr lang="fr-FR" b="0" i="0" smtClean="0">
                          <a:latin typeface="Cambria Math" panose="02040503050406030204" pitchFamily="18" charset="0"/>
                        </a:rPr>
                        <m:t>water</m:t>
                      </m:r>
                      <m:r>
                        <a:rPr lang="fr-FR" b="0" i="1" smtClean="0">
                          <a:latin typeface="Cambria Math" panose="02040503050406030204" pitchFamily="18" charset="0"/>
                        </a:rPr>
                        <m:t>+</m:t>
                      </m:r>
                      <m:r>
                        <a:rPr lang="fr-FR" b="0" i="1" smtClean="0">
                          <a:latin typeface="Cambria Math" panose="02040503050406030204" pitchFamily="18" charset="0"/>
                        </a:rPr>
                        <m:t>𝐶</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𝑂</m:t>
                          </m:r>
                        </m:e>
                        <m:sub>
                          <m:r>
                            <a:rPr lang="fr-FR" b="0" i="1" smtClean="0">
                              <a:latin typeface="Cambria Math" panose="02040503050406030204" pitchFamily="18" charset="0"/>
                            </a:rPr>
                            <m:t>2</m:t>
                          </m:r>
                        </m:sub>
                      </m:sSub>
                      <m:groupChr>
                        <m:groupChrPr>
                          <m:chr m:val="→"/>
                          <m:vertJc m:val="bot"/>
                          <m:ctrlPr>
                            <a:rPr lang="fr-FR" b="0" i="1" smtClean="0">
                              <a:latin typeface="Cambria Math" panose="02040503050406030204" pitchFamily="18" charset="0"/>
                            </a:rPr>
                          </m:ctrlPr>
                        </m:groupChrPr>
                        <m:e>
                          <m:r>
                            <m:rPr>
                              <m:nor/>
                            </m:rPr>
                            <a:rPr lang="fr-FR" b="0" i="0" smtClean="0">
                              <a:latin typeface="Cambria Math" panose="02040503050406030204" pitchFamily="18" charset="0"/>
                            </a:rPr>
                            <m:t>light</m:t>
                          </m:r>
                        </m:e>
                      </m:groupChr>
                      <m:sSub>
                        <m:sSubPr>
                          <m:ctrlPr>
                            <a:rPr lang="fr-FR" b="0" i="1" smtClean="0">
                              <a:latin typeface="Cambria Math" panose="02040503050406030204" pitchFamily="18" charset="0"/>
                            </a:rPr>
                          </m:ctrlPr>
                        </m:sSubPr>
                        <m:e>
                          <m:r>
                            <a:rPr lang="fr-FR" b="0" i="1" smtClean="0">
                              <a:latin typeface="Cambria Math" panose="02040503050406030204" pitchFamily="18" charset="0"/>
                            </a:rPr>
                            <m:t>𝑂</m:t>
                          </m:r>
                        </m:e>
                        <m:sub>
                          <m:r>
                            <a:rPr lang="fr-FR" b="0" i="1" smtClean="0">
                              <a:latin typeface="Cambria Math" panose="02040503050406030204" pitchFamily="18" charset="0"/>
                            </a:rPr>
                            <m:t>2</m:t>
                          </m:r>
                        </m:sub>
                      </m:sSub>
                      <m:r>
                        <a:rPr lang="fr-FR" b="0" i="1" smtClean="0">
                          <a:latin typeface="Cambria Math" panose="02040503050406030204" pitchFamily="18" charset="0"/>
                        </a:rPr>
                        <m:t>+</m:t>
                      </m:r>
                      <m:r>
                        <m:rPr>
                          <m:sty m:val="p"/>
                        </m:rPr>
                        <a:rPr lang="fr-FR" b="0" i="0" smtClean="0">
                          <a:latin typeface="Cambria Math" panose="02040503050406030204" pitchFamily="18" charset="0"/>
                        </a:rPr>
                        <m:t>sugar</m:t>
                      </m:r>
                    </m:oMath>
                  </m:oMathPara>
                </a14:m>
                <a:endParaRPr lang="en-GB" dirty="0"/>
              </a:p>
            </p:txBody>
          </p:sp>
        </mc:Choice>
        <mc:Fallback xmlns="">
          <p:sp>
            <p:nvSpPr>
              <p:cNvPr id="5" name="ZoneTexte 4">
                <a:extLst>
                  <a:ext uri="{FF2B5EF4-FFF2-40B4-BE49-F238E27FC236}">
                    <a16:creationId xmlns:a16="http://schemas.microsoft.com/office/drawing/2014/main" id="{6BDD26F5-2299-E20A-7BF6-52D274F26F72}"/>
                  </a:ext>
                </a:extLst>
              </p:cNvPr>
              <p:cNvSpPr txBox="1">
                <a:spLocks noRot="1" noChangeAspect="1" noMove="1" noResize="1" noEditPoints="1" noAdjustHandles="1" noChangeArrowheads="1" noChangeShapeType="1" noTextEdit="1"/>
              </p:cNvSpPr>
              <p:nvPr/>
            </p:nvSpPr>
            <p:spPr>
              <a:xfrm>
                <a:off x="2966497" y="2312224"/>
                <a:ext cx="3211007" cy="519053"/>
              </a:xfrm>
              <a:prstGeom prst="rect">
                <a:avLst/>
              </a:prstGeom>
              <a:blipFill>
                <a:blip r:embed="rId2"/>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24332068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437BA47-5D55-4560-CBE8-CDA13A88B7CC}"/>
              </a:ext>
            </a:extLst>
          </p:cNvPr>
          <p:cNvSpPr>
            <a:spLocks noGrp="1"/>
          </p:cNvSpPr>
          <p:nvPr>
            <p:ph type="title"/>
          </p:nvPr>
        </p:nvSpPr>
        <p:spPr/>
        <p:txBody>
          <a:bodyPr/>
          <a:lstStyle/>
          <a:p>
            <a:r>
              <a:rPr lang="fr-FR" dirty="0"/>
              <a:t>Light </a:t>
            </a:r>
            <a:r>
              <a:rPr lang="fr-FR" dirty="0" err="1"/>
              <a:t>reaction</a:t>
            </a:r>
            <a:endParaRPr lang="en-GB" dirty="0"/>
          </a:p>
        </p:txBody>
      </p:sp>
      <p:sp>
        <p:nvSpPr>
          <p:cNvPr id="3" name="Espace réservé du numéro de diapositive 2">
            <a:extLst>
              <a:ext uri="{FF2B5EF4-FFF2-40B4-BE49-F238E27FC236}">
                <a16:creationId xmlns:a16="http://schemas.microsoft.com/office/drawing/2014/main" id="{4FDF9D5A-C1FF-98DC-39C5-ADB8DD74484C}"/>
              </a:ext>
            </a:extLst>
          </p:cNvPr>
          <p:cNvSpPr>
            <a:spLocks noGrp="1"/>
          </p:cNvSpPr>
          <p:nvPr>
            <p:ph type="sldNum" sz="quarter" idx="12"/>
          </p:nvPr>
        </p:nvSpPr>
        <p:spPr/>
        <p:txBody>
          <a:bodyPr/>
          <a:lstStyle/>
          <a:p>
            <a:fld id="{E9791B11-EC80-479C-9EB2-AD35BA691394}" type="slidenum">
              <a:rPr lang="fr-FR" smtClean="0"/>
              <a:pPr/>
              <a:t>4</a:t>
            </a:fld>
            <a:endParaRPr lang="fr-FR" dirty="0"/>
          </a:p>
        </p:txBody>
      </p:sp>
      <p:sp>
        <p:nvSpPr>
          <p:cNvPr id="5" name="Text Box 9">
            <a:extLst>
              <a:ext uri="{FF2B5EF4-FFF2-40B4-BE49-F238E27FC236}">
                <a16:creationId xmlns:a16="http://schemas.microsoft.com/office/drawing/2014/main" id="{1CADECD7-5158-A2A6-FA19-172E61346428}"/>
              </a:ext>
            </a:extLst>
          </p:cNvPr>
          <p:cNvSpPr txBox="1">
            <a:spLocks noChangeArrowheads="1"/>
          </p:cNvSpPr>
          <p:nvPr/>
        </p:nvSpPr>
        <p:spPr bwMode="auto">
          <a:xfrm>
            <a:off x="-1408" y="3563963"/>
            <a:ext cx="246734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itchFamily="18" charset="0"/>
                <a:ea typeface="ヒラギノ角ゴ Pro W3" charset="-128"/>
              </a:defRPr>
            </a:lvl1pPr>
            <a:lvl2pPr marL="742950" indent="-285750">
              <a:defRPr sz="2400">
                <a:solidFill>
                  <a:schemeClr val="tx1"/>
                </a:solidFill>
                <a:latin typeface="Times New Roman" pitchFamily="18" charset="0"/>
                <a:ea typeface="ヒラギノ角ゴ Pro W3" charset="-128"/>
              </a:defRPr>
            </a:lvl2pPr>
            <a:lvl3pPr marL="1143000" indent="-228600">
              <a:defRPr sz="2400">
                <a:solidFill>
                  <a:schemeClr val="tx1"/>
                </a:solidFill>
                <a:latin typeface="Times New Roman" pitchFamily="18" charset="0"/>
                <a:ea typeface="ヒラギノ角ゴ Pro W3" charset="-128"/>
              </a:defRPr>
            </a:lvl3pPr>
            <a:lvl4pPr marL="1600200" indent="-228600">
              <a:defRPr sz="2400">
                <a:solidFill>
                  <a:schemeClr val="tx1"/>
                </a:solidFill>
                <a:latin typeface="Times New Roman" pitchFamily="18" charset="0"/>
                <a:ea typeface="ヒラギノ角ゴ Pro W3" charset="-128"/>
              </a:defRPr>
            </a:lvl4pPr>
            <a:lvl5pPr marL="2057400" indent="-228600">
              <a:defRPr sz="2400">
                <a:solidFill>
                  <a:schemeClr val="tx1"/>
                </a:solidFill>
                <a:latin typeface="Times New Roman" pitchFamily="18"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9pPr>
          </a:lstStyle>
          <a:p>
            <a:r>
              <a:rPr lang="en-GB" altLang="fr-FR" sz="1000" i="1" dirty="0">
                <a:cs typeface="Times New Roman" panose="02020603050405020304" pitchFamily="18" charset="0"/>
              </a:rPr>
              <a:t>PhD Thesis Mammadov </a:t>
            </a:r>
            <a:r>
              <a:rPr lang="en-GB" altLang="fr-FR" sz="1000" i="1" dirty="0" err="1">
                <a:cs typeface="Times New Roman" panose="02020603050405020304" pitchFamily="18" charset="0"/>
              </a:rPr>
              <a:t>Gulmammad</a:t>
            </a:r>
            <a:r>
              <a:rPr lang="en-GB" altLang="fr-FR" sz="1000" i="1" dirty="0">
                <a:cs typeface="Times New Roman" panose="02020603050405020304" pitchFamily="18" charset="0"/>
              </a:rPr>
              <a:t>, 2015.</a:t>
            </a:r>
            <a:endParaRPr lang="en-US" altLang="fr-FR" sz="1000" i="1" dirty="0">
              <a:cs typeface="Times New Roman" panose="02020603050405020304" pitchFamily="18" charset="0"/>
            </a:endParaRPr>
          </a:p>
        </p:txBody>
      </p:sp>
      <p:pic>
        <p:nvPicPr>
          <p:cNvPr id="2052" name="Picture 4" descr="Energy gain">
            <a:extLst>
              <a:ext uri="{FF2B5EF4-FFF2-40B4-BE49-F238E27FC236}">
                <a16:creationId xmlns:a16="http://schemas.microsoft.com/office/drawing/2014/main" id="{12773020-6770-3A17-65B4-2AA5C61A215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70920" y="535356"/>
            <a:ext cx="1828800" cy="1912562"/>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Energy loss">
            <a:extLst>
              <a:ext uri="{FF2B5EF4-FFF2-40B4-BE49-F238E27FC236}">
                <a16:creationId xmlns:a16="http://schemas.microsoft.com/office/drawing/2014/main" id="{246E862E-473A-9EA8-9C57-8CC1010B40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77446" y="2723976"/>
            <a:ext cx="1822274" cy="1764554"/>
          </a:xfrm>
          <a:prstGeom prst="rect">
            <a:avLst/>
          </a:prstGeom>
          <a:noFill/>
          <a:extLst>
            <a:ext uri="{909E8E84-426E-40DD-AFC4-6F175D3DCCD1}">
              <a14:hiddenFill xmlns:a14="http://schemas.microsoft.com/office/drawing/2010/main">
                <a:solidFill>
                  <a:srgbClr val="FFFFFF"/>
                </a:solidFill>
              </a14:hiddenFill>
            </a:ext>
          </a:extLst>
        </p:spPr>
      </p:pic>
      <p:sp>
        <p:nvSpPr>
          <p:cNvPr id="6" name="Text Box 9">
            <a:extLst>
              <a:ext uri="{FF2B5EF4-FFF2-40B4-BE49-F238E27FC236}">
                <a16:creationId xmlns:a16="http://schemas.microsoft.com/office/drawing/2014/main" id="{D0E937F1-36B8-80D6-5D1F-BC948E4EFF3E}"/>
              </a:ext>
            </a:extLst>
          </p:cNvPr>
          <p:cNvSpPr txBox="1">
            <a:spLocks noChangeArrowheads="1"/>
          </p:cNvSpPr>
          <p:nvPr/>
        </p:nvSpPr>
        <p:spPr bwMode="auto">
          <a:xfrm>
            <a:off x="7033864" y="4518367"/>
            <a:ext cx="2066591"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itchFamily="18" charset="0"/>
                <a:ea typeface="ヒラギノ角ゴ Pro W3" charset="-128"/>
              </a:defRPr>
            </a:lvl1pPr>
            <a:lvl2pPr marL="742950" indent="-285750">
              <a:defRPr sz="2400">
                <a:solidFill>
                  <a:schemeClr val="tx1"/>
                </a:solidFill>
                <a:latin typeface="Times New Roman" pitchFamily="18" charset="0"/>
                <a:ea typeface="ヒラギノ角ゴ Pro W3" charset="-128"/>
              </a:defRPr>
            </a:lvl2pPr>
            <a:lvl3pPr marL="1143000" indent="-228600">
              <a:defRPr sz="2400">
                <a:solidFill>
                  <a:schemeClr val="tx1"/>
                </a:solidFill>
                <a:latin typeface="Times New Roman" pitchFamily="18" charset="0"/>
                <a:ea typeface="ヒラギノ角ゴ Pro W3" charset="-128"/>
              </a:defRPr>
            </a:lvl3pPr>
            <a:lvl4pPr marL="1600200" indent="-228600">
              <a:defRPr sz="2400">
                <a:solidFill>
                  <a:schemeClr val="tx1"/>
                </a:solidFill>
                <a:latin typeface="Times New Roman" pitchFamily="18" charset="0"/>
                <a:ea typeface="ヒラギノ角ゴ Pro W3" charset="-128"/>
              </a:defRPr>
            </a:lvl4pPr>
            <a:lvl5pPr marL="2057400" indent="-228600">
              <a:defRPr sz="2400">
                <a:solidFill>
                  <a:schemeClr val="tx1"/>
                </a:solidFill>
                <a:latin typeface="Times New Roman" pitchFamily="18"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9pPr>
          </a:lstStyle>
          <a:p>
            <a:r>
              <a:rPr lang="en-GB" altLang="fr-FR" sz="1000" i="1" dirty="0">
                <a:cs typeface="Times New Roman" panose="02020603050405020304" pitchFamily="18" charset="0"/>
              </a:rPr>
              <a:t>Energy gain and loss. Tom Michaels</a:t>
            </a:r>
            <a:endParaRPr lang="en-US" altLang="fr-FR" sz="1000" i="1" dirty="0">
              <a:cs typeface="Times New Roman" panose="02020603050405020304" pitchFamily="18" charset="0"/>
            </a:endParaRPr>
          </a:p>
        </p:txBody>
      </p:sp>
      <p:grpSp>
        <p:nvGrpSpPr>
          <p:cNvPr id="8" name="Groupe 7">
            <a:extLst>
              <a:ext uri="{FF2B5EF4-FFF2-40B4-BE49-F238E27FC236}">
                <a16:creationId xmlns:a16="http://schemas.microsoft.com/office/drawing/2014/main" id="{399ECB71-1C56-4FFE-2F98-4D60CF80112F}"/>
              </a:ext>
            </a:extLst>
          </p:cNvPr>
          <p:cNvGrpSpPr/>
          <p:nvPr/>
        </p:nvGrpSpPr>
        <p:grpSpPr>
          <a:xfrm>
            <a:off x="-1408" y="1150486"/>
            <a:ext cx="6393845" cy="2433925"/>
            <a:chOff x="96390" y="1628229"/>
            <a:chExt cx="5352115" cy="2037373"/>
          </a:xfrm>
        </p:grpSpPr>
        <p:pic>
          <p:nvPicPr>
            <p:cNvPr id="2056" name="Picture 8" descr="Spectra of chlorophyll dissolved in diethyl ether The absorption and the emission spectra are based on the data provided for chlorophyll a and chlorophyll b dissolved in diethyl ether (Oregon Medical Laser Center, 2012). Each spectrum is normalized with respect to its maximum intensity. Chlorophyll a, which is the most abundant pigment in chloroplasts, shows absorption maxima at approximately 428-and 660-nm, and peak emission at 666-nm. Chlorophyll b, though not as abundant in chloroplasts as chlorophyll a is, has approximate absorption maxima at 453-and 643-nm, and emission maximum at 644-nm.">
              <a:extLst>
                <a:ext uri="{FF2B5EF4-FFF2-40B4-BE49-F238E27FC236}">
                  <a16:creationId xmlns:a16="http://schemas.microsoft.com/office/drawing/2014/main" id="{33B1DB5D-48D8-006D-E542-2C3A53ECD1A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6390" y="1638095"/>
              <a:ext cx="5352115" cy="2027507"/>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Chlorophyll A &amp; B Absorption Spectrum">
              <a:extLst>
                <a:ext uri="{FF2B5EF4-FFF2-40B4-BE49-F238E27FC236}">
                  <a16:creationId xmlns:a16="http://schemas.microsoft.com/office/drawing/2014/main" id="{A7721D59-35DA-61A8-4BC4-38814D11CB7E}"/>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5585" t="14008" r="3468" b="77458"/>
            <a:stretch/>
          </p:blipFill>
          <p:spPr bwMode="auto">
            <a:xfrm>
              <a:off x="467468" y="1651509"/>
              <a:ext cx="2177307" cy="88118"/>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Chlorophyll A &amp; B Absorption Spectrum">
              <a:extLst>
                <a:ext uri="{FF2B5EF4-FFF2-40B4-BE49-F238E27FC236}">
                  <a16:creationId xmlns:a16="http://schemas.microsoft.com/office/drawing/2014/main" id="{DC6119F8-BE42-4F34-265F-59620315A74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5585" t="14008" r="3468" b="77458"/>
            <a:stretch/>
          </p:blipFill>
          <p:spPr bwMode="auto">
            <a:xfrm>
              <a:off x="3136131" y="1628229"/>
              <a:ext cx="2177307" cy="88118"/>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6121186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78F9DAF-8992-1ECD-B0ED-B26BFC936B51}"/>
              </a:ext>
            </a:extLst>
          </p:cNvPr>
          <p:cNvSpPr>
            <a:spLocks noGrp="1"/>
          </p:cNvSpPr>
          <p:nvPr>
            <p:ph type="title"/>
          </p:nvPr>
        </p:nvSpPr>
        <p:spPr/>
        <p:txBody>
          <a:bodyPr/>
          <a:lstStyle/>
          <a:p>
            <a:r>
              <a:rPr lang="fr-FR" dirty="0" err="1"/>
              <a:t>Chloroplast</a:t>
            </a:r>
            <a:endParaRPr lang="en-GB" dirty="0"/>
          </a:p>
        </p:txBody>
      </p:sp>
      <p:sp>
        <p:nvSpPr>
          <p:cNvPr id="3" name="Espace réservé du numéro de diapositive 2">
            <a:extLst>
              <a:ext uri="{FF2B5EF4-FFF2-40B4-BE49-F238E27FC236}">
                <a16:creationId xmlns:a16="http://schemas.microsoft.com/office/drawing/2014/main" id="{CC5D58A8-D6D3-1692-65F7-F32EDDB2888C}"/>
              </a:ext>
            </a:extLst>
          </p:cNvPr>
          <p:cNvSpPr>
            <a:spLocks noGrp="1"/>
          </p:cNvSpPr>
          <p:nvPr>
            <p:ph type="sldNum" sz="quarter" idx="12"/>
          </p:nvPr>
        </p:nvSpPr>
        <p:spPr/>
        <p:txBody>
          <a:bodyPr/>
          <a:lstStyle/>
          <a:p>
            <a:fld id="{E9791B11-EC80-479C-9EB2-AD35BA691394}" type="slidenum">
              <a:rPr lang="fr-FR" smtClean="0"/>
              <a:pPr/>
              <a:t>5</a:t>
            </a:fld>
            <a:endParaRPr lang="fr-FR" dirty="0"/>
          </a:p>
        </p:txBody>
      </p:sp>
      <p:pic>
        <p:nvPicPr>
          <p:cNvPr id="1026" name="Picture 2">
            <a:extLst>
              <a:ext uri="{FF2B5EF4-FFF2-40B4-BE49-F238E27FC236}">
                <a16:creationId xmlns:a16="http://schemas.microsoft.com/office/drawing/2014/main" id="{915E0389-2DC5-83C0-C5ED-E4CB936876D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9503" y="1152448"/>
            <a:ext cx="4645950" cy="3285936"/>
          </a:xfrm>
          <a:prstGeom prst="rect">
            <a:avLst/>
          </a:prstGeom>
          <a:noFill/>
          <a:extLst>
            <a:ext uri="{909E8E84-426E-40DD-AFC4-6F175D3DCCD1}">
              <a14:hiddenFill xmlns:a14="http://schemas.microsoft.com/office/drawing/2010/main">
                <a:solidFill>
                  <a:srgbClr val="FFFFFF"/>
                </a:solidFill>
              </a14:hiddenFill>
            </a:ext>
          </a:extLst>
        </p:spPr>
      </p:pic>
      <p:sp>
        <p:nvSpPr>
          <p:cNvPr id="7" name="Text Box 9">
            <a:extLst>
              <a:ext uri="{FF2B5EF4-FFF2-40B4-BE49-F238E27FC236}">
                <a16:creationId xmlns:a16="http://schemas.microsoft.com/office/drawing/2014/main" id="{34123906-7BAB-C2B2-95B1-A1A21FFF7F2C}"/>
              </a:ext>
            </a:extLst>
          </p:cNvPr>
          <p:cNvSpPr txBox="1">
            <a:spLocks noChangeArrowheads="1"/>
          </p:cNvSpPr>
          <p:nvPr/>
        </p:nvSpPr>
        <p:spPr bwMode="auto">
          <a:xfrm>
            <a:off x="0" y="4897279"/>
            <a:ext cx="3629520"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itchFamily="18" charset="0"/>
                <a:ea typeface="ヒラギノ角ゴ Pro W3" charset="-128"/>
              </a:defRPr>
            </a:lvl1pPr>
            <a:lvl2pPr marL="742950" indent="-285750">
              <a:defRPr sz="2400">
                <a:solidFill>
                  <a:schemeClr val="tx1"/>
                </a:solidFill>
                <a:latin typeface="Times New Roman" pitchFamily="18" charset="0"/>
                <a:ea typeface="ヒラギノ角ゴ Pro W3" charset="-128"/>
              </a:defRPr>
            </a:lvl2pPr>
            <a:lvl3pPr marL="1143000" indent="-228600">
              <a:defRPr sz="2400">
                <a:solidFill>
                  <a:schemeClr val="tx1"/>
                </a:solidFill>
                <a:latin typeface="Times New Roman" pitchFamily="18" charset="0"/>
                <a:ea typeface="ヒラギノ角ゴ Pro W3" charset="-128"/>
              </a:defRPr>
            </a:lvl3pPr>
            <a:lvl4pPr marL="1600200" indent="-228600">
              <a:defRPr sz="2400">
                <a:solidFill>
                  <a:schemeClr val="tx1"/>
                </a:solidFill>
                <a:latin typeface="Times New Roman" pitchFamily="18" charset="0"/>
                <a:ea typeface="ヒラギノ角ゴ Pro W3" charset="-128"/>
              </a:defRPr>
            </a:lvl4pPr>
            <a:lvl5pPr marL="2057400" indent="-228600">
              <a:defRPr sz="2400">
                <a:solidFill>
                  <a:schemeClr val="tx1"/>
                </a:solidFill>
                <a:latin typeface="Times New Roman" pitchFamily="18"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9pPr>
          </a:lstStyle>
          <a:p>
            <a:r>
              <a:rPr lang="en-US" altLang="fr-FR" sz="1000" i="1" dirty="0">
                <a:cs typeface="Times New Roman" panose="02020603050405020304" pitchFamily="18" charset="0"/>
              </a:rPr>
              <a:t>https://en.wikiversity.org/wiki/Biophysics/Introduction/Chloroplast</a:t>
            </a:r>
          </a:p>
        </p:txBody>
      </p:sp>
      <p:sp>
        <p:nvSpPr>
          <p:cNvPr id="8" name="Rounded Rectangle 30">
            <a:extLst>
              <a:ext uri="{FF2B5EF4-FFF2-40B4-BE49-F238E27FC236}">
                <a16:creationId xmlns:a16="http://schemas.microsoft.com/office/drawing/2014/main" id="{D46B636E-5299-9A80-A075-4A4AB3DC4716}"/>
              </a:ext>
            </a:extLst>
          </p:cNvPr>
          <p:cNvSpPr/>
          <p:nvPr/>
        </p:nvSpPr>
        <p:spPr>
          <a:xfrm>
            <a:off x="1706957" y="4337925"/>
            <a:ext cx="1036714" cy="200918"/>
          </a:xfrm>
          <a:prstGeom prst="roundRect">
            <a:avLst>
              <a:gd name="adj" fmla="val 50000"/>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a:solidFill>
                  <a:schemeClr val="tx1"/>
                </a:solidFill>
                <a:latin typeface="Times New Roman" panose="02020603050405020304" pitchFamily="18" charset="0"/>
                <a:cs typeface="Times New Roman" panose="02020603050405020304" pitchFamily="18" charset="0"/>
              </a:rPr>
              <a:t>Photo</a:t>
            </a:r>
          </a:p>
        </p:txBody>
      </p:sp>
      <p:sp>
        <p:nvSpPr>
          <p:cNvPr id="9" name="Rounded Rectangle 30">
            <a:extLst>
              <a:ext uri="{FF2B5EF4-FFF2-40B4-BE49-F238E27FC236}">
                <a16:creationId xmlns:a16="http://schemas.microsoft.com/office/drawing/2014/main" id="{EB924B96-E12F-8F6F-8F96-462BB6D4C255}"/>
              </a:ext>
            </a:extLst>
          </p:cNvPr>
          <p:cNvSpPr/>
          <p:nvPr/>
        </p:nvSpPr>
        <p:spPr>
          <a:xfrm>
            <a:off x="3873900" y="1051989"/>
            <a:ext cx="1036714" cy="200918"/>
          </a:xfrm>
          <a:prstGeom prst="roundRect">
            <a:avLst>
              <a:gd name="adj" fmla="val 50000"/>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err="1">
                <a:solidFill>
                  <a:schemeClr val="tx1"/>
                </a:solidFill>
                <a:latin typeface="Times New Roman" panose="02020603050405020304" pitchFamily="18" charset="0"/>
                <a:cs typeface="Times New Roman" panose="02020603050405020304" pitchFamily="18" charset="0"/>
              </a:rPr>
              <a:t>Synthesis</a:t>
            </a:r>
            <a:endParaRPr lang="fr-FR" sz="1200" b="1" dirty="0">
              <a:solidFill>
                <a:schemeClr val="tx1"/>
              </a:solidFill>
              <a:latin typeface="Times New Roman" panose="02020603050405020304" pitchFamily="18" charset="0"/>
              <a:cs typeface="Times New Roman" panose="02020603050405020304" pitchFamily="18" charset="0"/>
            </a:endParaRPr>
          </a:p>
        </p:txBody>
      </p:sp>
      <p:pic>
        <p:nvPicPr>
          <p:cNvPr id="12" name="Image 11">
            <a:extLst>
              <a:ext uri="{FF2B5EF4-FFF2-40B4-BE49-F238E27FC236}">
                <a16:creationId xmlns:a16="http://schemas.microsoft.com/office/drawing/2014/main" id="{CAFF70C5-BC6A-3D37-3E5F-B0252CE7BDB1}"/>
              </a:ext>
            </a:extLst>
          </p:cNvPr>
          <p:cNvPicPr>
            <a:picLocks noChangeAspect="1"/>
          </p:cNvPicPr>
          <p:nvPr/>
        </p:nvPicPr>
        <p:blipFill>
          <a:blip r:embed="rId4"/>
          <a:stretch>
            <a:fillRect/>
          </a:stretch>
        </p:blipFill>
        <p:spPr>
          <a:xfrm>
            <a:off x="5643527" y="1189255"/>
            <a:ext cx="3157987" cy="2181345"/>
          </a:xfrm>
          <a:prstGeom prst="rect">
            <a:avLst/>
          </a:prstGeom>
        </p:spPr>
      </p:pic>
      <p:sp>
        <p:nvSpPr>
          <p:cNvPr id="13" name="Text Box 9">
            <a:extLst>
              <a:ext uri="{FF2B5EF4-FFF2-40B4-BE49-F238E27FC236}">
                <a16:creationId xmlns:a16="http://schemas.microsoft.com/office/drawing/2014/main" id="{88661446-6EEB-D059-C852-E30A476E1160}"/>
              </a:ext>
            </a:extLst>
          </p:cNvPr>
          <p:cNvSpPr txBox="1">
            <a:spLocks noChangeArrowheads="1"/>
          </p:cNvSpPr>
          <p:nvPr/>
        </p:nvSpPr>
        <p:spPr bwMode="auto">
          <a:xfrm>
            <a:off x="6586226" y="4897278"/>
            <a:ext cx="2486578"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itchFamily="18" charset="0"/>
                <a:ea typeface="ヒラギノ角ゴ Pro W3" charset="-128"/>
              </a:defRPr>
            </a:lvl1pPr>
            <a:lvl2pPr marL="742950" indent="-285750">
              <a:defRPr sz="2400">
                <a:solidFill>
                  <a:schemeClr val="tx1"/>
                </a:solidFill>
                <a:latin typeface="Times New Roman" pitchFamily="18" charset="0"/>
                <a:ea typeface="ヒラギノ角ゴ Pro W3" charset="-128"/>
              </a:defRPr>
            </a:lvl2pPr>
            <a:lvl3pPr marL="1143000" indent="-228600">
              <a:defRPr sz="2400">
                <a:solidFill>
                  <a:schemeClr val="tx1"/>
                </a:solidFill>
                <a:latin typeface="Times New Roman" pitchFamily="18" charset="0"/>
                <a:ea typeface="ヒラギノ角ゴ Pro W3" charset="-128"/>
              </a:defRPr>
            </a:lvl3pPr>
            <a:lvl4pPr marL="1600200" indent="-228600">
              <a:defRPr sz="2400">
                <a:solidFill>
                  <a:schemeClr val="tx1"/>
                </a:solidFill>
                <a:latin typeface="Times New Roman" pitchFamily="18" charset="0"/>
                <a:ea typeface="ヒラギノ角ゴ Pro W3" charset="-128"/>
              </a:defRPr>
            </a:lvl4pPr>
            <a:lvl5pPr marL="2057400" indent="-228600">
              <a:defRPr sz="2400">
                <a:solidFill>
                  <a:schemeClr val="tx1"/>
                </a:solidFill>
                <a:latin typeface="Times New Roman" pitchFamily="18"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9pPr>
          </a:lstStyle>
          <a:p>
            <a:r>
              <a:rPr lang="en-US" sz="1000" i="1" dirty="0"/>
              <a:t>Allen et al, The Journal of cell biology, 1988</a:t>
            </a:r>
            <a:endParaRPr lang="en-US" altLang="fr-FR" sz="1000" i="1" dirty="0">
              <a:cs typeface="Times New Roman" panose="02020603050405020304" pitchFamily="18" charset="0"/>
            </a:endParaRPr>
          </a:p>
        </p:txBody>
      </p:sp>
      <p:sp>
        <p:nvSpPr>
          <p:cNvPr id="15" name="ZoneTexte 14">
            <a:extLst>
              <a:ext uri="{FF2B5EF4-FFF2-40B4-BE49-F238E27FC236}">
                <a16:creationId xmlns:a16="http://schemas.microsoft.com/office/drawing/2014/main" id="{73A68E71-3A9E-E7C3-AF9C-8F725C87ACA3}"/>
              </a:ext>
            </a:extLst>
          </p:cNvPr>
          <p:cNvSpPr txBox="1"/>
          <p:nvPr/>
        </p:nvSpPr>
        <p:spPr>
          <a:xfrm>
            <a:off x="6586226" y="3466003"/>
            <a:ext cx="1503938" cy="769441"/>
          </a:xfrm>
          <a:prstGeom prst="rect">
            <a:avLst/>
          </a:prstGeom>
          <a:noFill/>
        </p:spPr>
        <p:txBody>
          <a:bodyPr wrap="none" rtlCol="0">
            <a:spAutoFit/>
          </a:bodyPr>
          <a:lstStyle/>
          <a:p>
            <a:r>
              <a:rPr lang="fr-FR" sz="1100" dirty="0"/>
              <a:t>GT: grana </a:t>
            </a:r>
            <a:r>
              <a:rPr lang="fr-FR" sz="1100" dirty="0" err="1"/>
              <a:t>thylakoids</a:t>
            </a:r>
            <a:br>
              <a:rPr lang="fr-FR" sz="1100" dirty="0"/>
            </a:br>
            <a:r>
              <a:rPr lang="fr-FR" sz="1100" dirty="0"/>
              <a:t>ST: stromal </a:t>
            </a:r>
            <a:r>
              <a:rPr lang="fr-FR" sz="1100" dirty="0" err="1"/>
              <a:t>thylakoids</a:t>
            </a:r>
            <a:br>
              <a:rPr lang="fr-FR" sz="1100" dirty="0"/>
            </a:br>
            <a:r>
              <a:rPr lang="fr-FR" sz="1100" dirty="0"/>
              <a:t>PM: plasma </a:t>
            </a:r>
            <a:r>
              <a:rPr lang="fr-FR" sz="1100" dirty="0" err="1"/>
              <a:t>Mambrane</a:t>
            </a:r>
            <a:br>
              <a:rPr lang="fr-FR" sz="1100" dirty="0"/>
            </a:br>
            <a:r>
              <a:rPr lang="fr-FR" sz="1100" dirty="0"/>
              <a:t>PG: </a:t>
            </a:r>
            <a:r>
              <a:rPr lang="fr-FR" sz="1100" dirty="0" err="1"/>
              <a:t>plastoglobuli</a:t>
            </a:r>
            <a:endParaRPr lang="fr-FR" sz="1100" dirty="0"/>
          </a:p>
        </p:txBody>
      </p:sp>
      <p:pic>
        <p:nvPicPr>
          <p:cNvPr id="17" name="Image 16">
            <a:extLst>
              <a:ext uri="{FF2B5EF4-FFF2-40B4-BE49-F238E27FC236}">
                <a16:creationId xmlns:a16="http://schemas.microsoft.com/office/drawing/2014/main" id="{D9B8181D-9B14-60AD-5895-306ECC734ABC}"/>
              </a:ext>
            </a:extLst>
          </p:cNvPr>
          <p:cNvPicPr>
            <a:picLocks noChangeAspect="1"/>
          </p:cNvPicPr>
          <p:nvPr/>
        </p:nvPicPr>
        <p:blipFill>
          <a:blip r:embed="rId4"/>
          <a:srcRect l="6595" t="93014" r="90169" b="1539"/>
          <a:stretch>
            <a:fillRect/>
          </a:stretch>
        </p:blipFill>
        <p:spPr>
          <a:xfrm>
            <a:off x="5739788" y="3259374"/>
            <a:ext cx="102212" cy="118826"/>
          </a:xfrm>
          <a:prstGeom prst="rect">
            <a:avLst/>
          </a:prstGeom>
        </p:spPr>
      </p:pic>
      <p:pic>
        <p:nvPicPr>
          <p:cNvPr id="19" name="Image 18">
            <a:extLst>
              <a:ext uri="{FF2B5EF4-FFF2-40B4-BE49-F238E27FC236}">
                <a16:creationId xmlns:a16="http://schemas.microsoft.com/office/drawing/2014/main" id="{6F7747DE-2A73-D2FB-451E-530417819D30}"/>
              </a:ext>
            </a:extLst>
          </p:cNvPr>
          <p:cNvPicPr>
            <a:picLocks noChangeAspect="1"/>
          </p:cNvPicPr>
          <p:nvPr/>
        </p:nvPicPr>
        <p:blipFill>
          <a:blip r:embed="rId4"/>
          <a:srcRect l="6595" t="93014" r="90169" b="1539"/>
          <a:stretch>
            <a:fillRect/>
          </a:stretch>
        </p:blipFill>
        <p:spPr>
          <a:xfrm>
            <a:off x="8464244" y="1544729"/>
            <a:ext cx="102212" cy="118826"/>
          </a:xfrm>
          <a:prstGeom prst="rect">
            <a:avLst/>
          </a:prstGeom>
        </p:spPr>
      </p:pic>
    </p:spTree>
    <p:extLst>
      <p:ext uri="{BB962C8B-B14F-4D97-AF65-F5344CB8AC3E}">
        <p14:creationId xmlns:p14="http://schemas.microsoft.com/office/powerpoint/2010/main" val="39385773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5DBB16-B868-1020-6A9C-6CFFE9772998}"/>
              </a:ext>
            </a:extLst>
          </p:cNvPr>
          <p:cNvSpPr>
            <a:spLocks noGrp="1"/>
          </p:cNvSpPr>
          <p:nvPr>
            <p:ph type="title"/>
          </p:nvPr>
        </p:nvSpPr>
        <p:spPr/>
        <p:txBody>
          <a:bodyPr/>
          <a:lstStyle/>
          <a:p>
            <a:r>
              <a:rPr lang="fr-FR" dirty="0"/>
              <a:t>The </a:t>
            </a:r>
            <a:r>
              <a:rPr lang="fr-FR" dirty="0" err="1"/>
              <a:t>photosynthetic</a:t>
            </a:r>
            <a:r>
              <a:rPr lang="fr-FR" dirty="0"/>
              <a:t> system</a:t>
            </a:r>
            <a:endParaRPr lang="en-GB" dirty="0"/>
          </a:p>
        </p:txBody>
      </p:sp>
      <p:sp>
        <p:nvSpPr>
          <p:cNvPr id="3" name="Espace réservé du numéro de diapositive 2">
            <a:extLst>
              <a:ext uri="{FF2B5EF4-FFF2-40B4-BE49-F238E27FC236}">
                <a16:creationId xmlns:a16="http://schemas.microsoft.com/office/drawing/2014/main" id="{849F5CCB-5444-80EF-C33B-BFA50D997592}"/>
              </a:ext>
            </a:extLst>
          </p:cNvPr>
          <p:cNvSpPr>
            <a:spLocks noGrp="1"/>
          </p:cNvSpPr>
          <p:nvPr>
            <p:ph type="sldNum" sz="quarter" idx="12"/>
          </p:nvPr>
        </p:nvSpPr>
        <p:spPr/>
        <p:txBody>
          <a:bodyPr/>
          <a:lstStyle/>
          <a:p>
            <a:fld id="{E9791B11-EC80-479C-9EB2-AD35BA691394}" type="slidenum">
              <a:rPr lang="fr-FR" smtClean="0"/>
              <a:pPr/>
              <a:t>6</a:t>
            </a:fld>
            <a:endParaRPr lang="fr-FR" dirty="0"/>
          </a:p>
        </p:txBody>
      </p:sp>
      <p:pic>
        <p:nvPicPr>
          <p:cNvPr id="5" name="Image 4">
            <a:extLst>
              <a:ext uri="{FF2B5EF4-FFF2-40B4-BE49-F238E27FC236}">
                <a16:creationId xmlns:a16="http://schemas.microsoft.com/office/drawing/2014/main" id="{D742EF2D-7298-C0DF-D97D-FF1D28CEFF1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81428" y="369363"/>
            <a:ext cx="3552346" cy="4709978"/>
          </a:xfrm>
          <a:prstGeom prst="rect">
            <a:avLst/>
          </a:prstGeom>
        </p:spPr>
      </p:pic>
      <p:sp>
        <p:nvSpPr>
          <p:cNvPr id="12" name="Rounded Rectangle 30">
            <a:extLst>
              <a:ext uri="{FF2B5EF4-FFF2-40B4-BE49-F238E27FC236}">
                <a16:creationId xmlns:a16="http://schemas.microsoft.com/office/drawing/2014/main" id="{956D2A8F-1466-DE52-2B27-F0A38B56DE36}"/>
              </a:ext>
            </a:extLst>
          </p:cNvPr>
          <p:cNvSpPr/>
          <p:nvPr/>
        </p:nvSpPr>
        <p:spPr>
          <a:xfrm>
            <a:off x="754055" y="4147151"/>
            <a:ext cx="1036714" cy="200918"/>
          </a:xfrm>
          <a:prstGeom prst="roundRect">
            <a:avLst>
              <a:gd name="adj" fmla="val 50000"/>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a:solidFill>
                  <a:schemeClr val="tx1"/>
                </a:solidFill>
                <a:latin typeface="Times New Roman" panose="02020603050405020304" pitchFamily="18" charset="0"/>
                <a:cs typeface="Times New Roman" panose="02020603050405020304" pitchFamily="18" charset="0"/>
              </a:rPr>
              <a:t>Photo</a:t>
            </a:r>
          </a:p>
        </p:txBody>
      </p:sp>
      <p:sp>
        <p:nvSpPr>
          <p:cNvPr id="13" name="Rounded Rectangle 30">
            <a:extLst>
              <a:ext uri="{FF2B5EF4-FFF2-40B4-BE49-F238E27FC236}">
                <a16:creationId xmlns:a16="http://schemas.microsoft.com/office/drawing/2014/main" id="{A24065A6-A3E5-2CCD-13B8-3721FA9C699F}"/>
              </a:ext>
            </a:extLst>
          </p:cNvPr>
          <p:cNvSpPr/>
          <p:nvPr/>
        </p:nvSpPr>
        <p:spPr>
          <a:xfrm>
            <a:off x="754055" y="2354240"/>
            <a:ext cx="1036714" cy="200918"/>
          </a:xfrm>
          <a:prstGeom prst="roundRect">
            <a:avLst>
              <a:gd name="adj" fmla="val 50000"/>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err="1">
                <a:solidFill>
                  <a:schemeClr val="tx1"/>
                </a:solidFill>
                <a:latin typeface="Times New Roman" panose="02020603050405020304" pitchFamily="18" charset="0"/>
                <a:cs typeface="Times New Roman" panose="02020603050405020304" pitchFamily="18" charset="0"/>
              </a:rPr>
              <a:t>Synthesis</a:t>
            </a:r>
            <a:endParaRPr lang="fr-FR" sz="1200" b="1" dirty="0">
              <a:solidFill>
                <a:schemeClr val="tx1"/>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4" name="ZoneTexte 13">
                <a:extLst>
                  <a:ext uri="{FF2B5EF4-FFF2-40B4-BE49-F238E27FC236}">
                    <a16:creationId xmlns:a16="http://schemas.microsoft.com/office/drawing/2014/main" id="{608E8363-C5BB-74A0-1E2B-CE0417ED59E4}"/>
                  </a:ext>
                </a:extLst>
              </p:cNvPr>
              <p:cNvSpPr txBox="1"/>
              <p:nvPr/>
            </p:nvSpPr>
            <p:spPr>
              <a:xfrm>
                <a:off x="5932993" y="4348069"/>
                <a:ext cx="3211007" cy="51905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m:rPr>
                          <m:sty m:val="p"/>
                        </m:rPr>
                        <a:rPr lang="fr-FR" b="0" i="0" smtClean="0">
                          <a:solidFill>
                            <a:schemeClr val="accent1"/>
                          </a:solidFill>
                          <a:latin typeface="Cambria Math" panose="02040503050406030204" pitchFamily="18" charset="0"/>
                        </a:rPr>
                        <m:t>water</m:t>
                      </m:r>
                      <m:r>
                        <a:rPr lang="fr-FR" b="0" i="1" smtClean="0">
                          <a:latin typeface="Cambria Math" panose="02040503050406030204" pitchFamily="18" charset="0"/>
                        </a:rPr>
                        <m:t>+</m:t>
                      </m:r>
                      <m:r>
                        <a:rPr lang="fr-FR" b="0" i="1" smtClean="0">
                          <a:solidFill>
                            <a:srgbClr val="F19E1F"/>
                          </a:solidFill>
                          <a:latin typeface="Cambria Math" panose="02040503050406030204" pitchFamily="18" charset="0"/>
                        </a:rPr>
                        <m:t>𝐶</m:t>
                      </m:r>
                      <m:sSub>
                        <m:sSubPr>
                          <m:ctrlPr>
                            <a:rPr lang="fr-FR" b="0" i="1" smtClean="0">
                              <a:solidFill>
                                <a:srgbClr val="F19E1F"/>
                              </a:solidFill>
                              <a:latin typeface="Cambria Math" panose="02040503050406030204" pitchFamily="18" charset="0"/>
                            </a:rPr>
                          </m:ctrlPr>
                        </m:sSubPr>
                        <m:e>
                          <m:r>
                            <a:rPr lang="fr-FR" b="0" i="1" smtClean="0">
                              <a:solidFill>
                                <a:srgbClr val="F19E1F"/>
                              </a:solidFill>
                              <a:latin typeface="Cambria Math" panose="02040503050406030204" pitchFamily="18" charset="0"/>
                            </a:rPr>
                            <m:t>𝑂</m:t>
                          </m:r>
                        </m:e>
                        <m:sub>
                          <m:r>
                            <a:rPr lang="fr-FR" b="0" i="1" smtClean="0">
                              <a:solidFill>
                                <a:srgbClr val="F19E1F"/>
                              </a:solidFill>
                              <a:latin typeface="Cambria Math" panose="02040503050406030204" pitchFamily="18" charset="0"/>
                            </a:rPr>
                            <m:t>2</m:t>
                          </m:r>
                        </m:sub>
                      </m:sSub>
                      <m:groupChr>
                        <m:groupChrPr>
                          <m:chr m:val="→"/>
                          <m:vertJc m:val="bot"/>
                          <m:ctrlPr>
                            <a:rPr lang="fr-FR" b="0" i="1" smtClean="0">
                              <a:latin typeface="Cambria Math" panose="02040503050406030204" pitchFamily="18" charset="0"/>
                            </a:rPr>
                          </m:ctrlPr>
                        </m:groupChrPr>
                        <m:e>
                          <m:r>
                            <m:rPr>
                              <m:nor/>
                            </m:rPr>
                            <a:rPr lang="fr-FR" b="0" i="0" smtClean="0">
                              <a:solidFill>
                                <a:schemeClr val="accent1"/>
                              </a:solidFill>
                              <a:latin typeface="Cambria Math" panose="02040503050406030204" pitchFamily="18" charset="0"/>
                            </a:rPr>
                            <m:t>l</m:t>
                          </m:r>
                          <m:r>
                            <m:rPr>
                              <m:nor/>
                            </m:rPr>
                            <a:rPr lang="fr-FR" b="0" i="0" smtClean="0">
                              <a:solidFill>
                                <a:schemeClr val="accent5"/>
                              </a:solidFill>
                              <a:latin typeface="Cambria Math" panose="02040503050406030204" pitchFamily="18" charset="0"/>
                            </a:rPr>
                            <m:t>i</m:t>
                          </m:r>
                          <m:r>
                            <m:rPr>
                              <m:nor/>
                            </m:rPr>
                            <a:rPr lang="fr-FR" b="0" i="0" smtClean="0">
                              <a:solidFill>
                                <a:srgbClr val="00B050"/>
                              </a:solidFill>
                              <a:latin typeface="Cambria Math" panose="02040503050406030204" pitchFamily="18" charset="0"/>
                            </a:rPr>
                            <m:t>g</m:t>
                          </m:r>
                          <m:r>
                            <m:rPr>
                              <m:nor/>
                            </m:rPr>
                            <a:rPr lang="fr-FR" b="0" i="0" smtClean="0">
                              <a:solidFill>
                                <a:srgbClr val="FFC000"/>
                              </a:solidFill>
                              <a:latin typeface="Cambria Math" panose="02040503050406030204" pitchFamily="18" charset="0"/>
                            </a:rPr>
                            <m:t>h</m:t>
                          </m:r>
                          <m:r>
                            <m:rPr>
                              <m:nor/>
                            </m:rPr>
                            <a:rPr lang="fr-FR" b="0" i="0" smtClean="0">
                              <a:solidFill>
                                <a:srgbClr val="FF0000"/>
                              </a:solidFill>
                              <a:latin typeface="Cambria Math" panose="02040503050406030204" pitchFamily="18" charset="0"/>
                            </a:rPr>
                            <m:t>t</m:t>
                          </m:r>
                        </m:e>
                      </m:groupChr>
                      <m:sSub>
                        <m:sSubPr>
                          <m:ctrlPr>
                            <a:rPr lang="fr-FR" b="0" i="1" smtClean="0">
                              <a:solidFill>
                                <a:srgbClr val="00B050"/>
                              </a:solidFill>
                              <a:latin typeface="Cambria Math" panose="02040503050406030204" pitchFamily="18" charset="0"/>
                            </a:rPr>
                          </m:ctrlPr>
                        </m:sSubPr>
                        <m:e>
                          <m:r>
                            <a:rPr lang="fr-FR" b="0" i="1" smtClean="0">
                              <a:solidFill>
                                <a:srgbClr val="00B050"/>
                              </a:solidFill>
                              <a:latin typeface="Cambria Math" panose="02040503050406030204" pitchFamily="18" charset="0"/>
                            </a:rPr>
                            <m:t>𝑂</m:t>
                          </m:r>
                        </m:e>
                        <m:sub>
                          <m:r>
                            <a:rPr lang="fr-FR" b="0" i="1" smtClean="0">
                              <a:solidFill>
                                <a:srgbClr val="00B050"/>
                              </a:solidFill>
                              <a:latin typeface="Cambria Math" panose="02040503050406030204" pitchFamily="18" charset="0"/>
                            </a:rPr>
                            <m:t>2</m:t>
                          </m:r>
                        </m:sub>
                      </m:sSub>
                      <m:r>
                        <a:rPr lang="fr-FR" b="0" i="1" smtClean="0">
                          <a:latin typeface="Cambria Math" panose="02040503050406030204" pitchFamily="18" charset="0"/>
                        </a:rPr>
                        <m:t>+</m:t>
                      </m:r>
                      <m:r>
                        <m:rPr>
                          <m:sty m:val="p"/>
                        </m:rPr>
                        <a:rPr lang="fr-FR" b="0" i="0" smtClean="0">
                          <a:solidFill>
                            <a:schemeClr val="accent5">
                              <a:lumMod val="75000"/>
                            </a:schemeClr>
                          </a:solidFill>
                          <a:latin typeface="Cambria Math" panose="02040503050406030204" pitchFamily="18" charset="0"/>
                        </a:rPr>
                        <m:t>sugar</m:t>
                      </m:r>
                    </m:oMath>
                  </m:oMathPara>
                </a14:m>
                <a:endParaRPr lang="en-GB" dirty="0"/>
              </a:p>
            </p:txBody>
          </p:sp>
        </mc:Choice>
        <mc:Fallback xmlns="">
          <p:sp>
            <p:nvSpPr>
              <p:cNvPr id="14" name="ZoneTexte 13">
                <a:extLst>
                  <a:ext uri="{FF2B5EF4-FFF2-40B4-BE49-F238E27FC236}">
                    <a16:creationId xmlns:a16="http://schemas.microsoft.com/office/drawing/2014/main" id="{608E8363-C5BB-74A0-1E2B-CE0417ED59E4}"/>
                  </a:ext>
                </a:extLst>
              </p:cNvPr>
              <p:cNvSpPr txBox="1">
                <a:spLocks noRot="1" noChangeAspect="1" noMove="1" noResize="1" noEditPoints="1" noAdjustHandles="1" noChangeArrowheads="1" noChangeShapeType="1" noTextEdit="1"/>
              </p:cNvSpPr>
              <p:nvPr/>
            </p:nvSpPr>
            <p:spPr>
              <a:xfrm>
                <a:off x="5932993" y="4348069"/>
                <a:ext cx="3211007" cy="519053"/>
              </a:xfrm>
              <a:prstGeom prst="rect">
                <a:avLst/>
              </a:prstGeom>
              <a:blipFill>
                <a:blip r:embed="rId4"/>
                <a:stretch>
                  <a:fillRect/>
                </a:stretch>
              </a:blipFill>
            </p:spPr>
            <p:txBody>
              <a:bodyPr/>
              <a:lstStyle/>
              <a:p>
                <a:r>
                  <a:rPr lang="en-GB">
                    <a:noFill/>
                  </a:rPr>
                  <a:t> </a:t>
                </a:r>
              </a:p>
            </p:txBody>
          </p:sp>
        </mc:Fallback>
      </mc:AlternateContent>
      <p:sp>
        <p:nvSpPr>
          <p:cNvPr id="15" name="Rectangle 14">
            <a:extLst>
              <a:ext uri="{FF2B5EF4-FFF2-40B4-BE49-F238E27FC236}">
                <a16:creationId xmlns:a16="http://schemas.microsoft.com/office/drawing/2014/main" id="{6DE471EF-45C8-39B2-5F39-F414BA3FB3F1}"/>
              </a:ext>
            </a:extLst>
          </p:cNvPr>
          <p:cNvSpPr/>
          <p:nvPr/>
        </p:nvSpPr>
        <p:spPr>
          <a:xfrm>
            <a:off x="2545847" y="1401203"/>
            <a:ext cx="486803" cy="190774"/>
          </a:xfrm>
          <a:prstGeom prst="rect">
            <a:avLst/>
          </a:prstGeom>
          <a:noFill/>
          <a:ln w="28575">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AFF9E745-1ABA-7C7D-FC45-F45725302CEF}"/>
              </a:ext>
            </a:extLst>
          </p:cNvPr>
          <p:cNvSpPr/>
          <p:nvPr/>
        </p:nvSpPr>
        <p:spPr>
          <a:xfrm>
            <a:off x="2577465" y="4348068"/>
            <a:ext cx="291821" cy="227741"/>
          </a:xfrm>
          <a:prstGeom prst="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a:extLst>
              <a:ext uri="{FF2B5EF4-FFF2-40B4-BE49-F238E27FC236}">
                <a16:creationId xmlns:a16="http://schemas.microsoft.com/office/drawing/2014/main" id="{0A72A7F8-1C91-C328-6E90-2DA8B2D0B88F}"/>
              </a:ext>
            </a:extLst>
          </p:cNvPr>
          <p:cNvSpPr/>
          <p:nvPr/>
        </p:nvSpPr>
        <p:spPr>
          <a:xfrm>
            <a:off x="2959945" y="4348068"/>
            <a:ext cx="291821" cy="227741"/>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17">
            <a:extLst>
              <a:ext uri="{FF2B5EF4-FFF2-40B4-BE49-F238E27FC236}">
                <a16:creationId xmlns:a16="http://schemas.microsoft.com/office/drawing/2014/main" id="{EE555BF9-45F7-9AE2-BFA4-37233822EF62}"/>
              </a:ext>
            </a:extLst>
          </p:cNvPr>
          <p:cNvSpPr/>
          <p:nvPr/>
        </p:nvSpPr>
        <p:spPr>
          <a:xfrm>
            <a:off x="4081284" y="599028"/>
            <a:ext cx="291821" cy="227741"/>
          </a:xfrm>
          <a:prstGeom prst="rect">
            <a:avLst/>
          </a:prstGeom>
          <a:noFill/>
          <a:ln w="28575">
            <a:solidFill>
              <a:srgbClr val="F19E1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ZoneTexte 18">
            <a:extLst>
              <a:ext uri="{FF2B5EF4-FFF2-40B4-BE49-F238E27FC236}">
                <a16:creationId xmlns:a16="http://schemas.microsoft.com/office/drawing/2014/main" id="{9DA9A9F1-8C33-56A9-2104-B18C95FE1B3D}"/>
              </a:ext>
            </a:extLst>
          </p:cNvPr>
          <p:cNvSpPr txBox="1"/>
          <p:nvPr/>
        </p:nvSpPr>
        <p:spPr>
          <a:xfrm>
            <a:off x="4095545" y="4485751"/>
            <a:ext cx="601447" cy="276999"/>
          </a:xfrm>
          <a:prstGeom prst="rect">
            <a:avLst/>
          </a:prstGeom>
          <a:noFill/>
        </p:spPr>
        <p:txBody>
          <a:bodyPr wrap="none" rtlCol="0">
            <a:spAutoFit/>
          </a:bodyPr>
          <a:lstStyle/>
          <a:p>
            <a:r>
              <a:rPr lang="fr-FR" sz="1200" dirty="0">
                <a:latin typeface="Arial" panose="020B0604020202020204" pitchFamily="34" charset="0"/>
                <a:cs typeface="Arial" panose="020B0604020202020204" pitchFamily="34" charset="0"/>
              </a:rPr>
              <a:t>lumen</a:t>
            </a:r>
            <a:endParaRPr lang="en-GB" sz="1200" dirty="0">
              <a:latin typeface="Arial" panose="020B0604020202020204" pitchFamily="34" charset="0"/>
              <a:cs typeface="Arial" panose="020B0604020202020204" pitchFamily="34" charset="0"/>
            </a:endParaRPr>
          </a:p>
        </p:txBody>
      </p:sp>
      <p:sp>
        <p:nvSpPr>
          <p:cNvPr id="20" name="ZoneTexte 19">
            <a:extLst>
              <a:ext uri="{FF2B5EF4-FFF2-40B4-BE49-F238E27FC236}">
                <a16:creationId xmlns:a16="http://schemas.microsoft.com/office/drawing/2014/main" id="{57305D1E-57E7-FDD0-3E39-6FC1FD8721B6}"/>
              </a:ext>
            </a:extLst>
          </p:cNvPr>
          <p:cNvSpPr txBox="1"/>
          <p:nvPr/>
        </p:nvSpPr>
        <p:spPr>
          <a:xfrm>
            <a:off x="2154911" y="2316199"/>
            <a:ext cx="654346" cy="276999"/>
          </a:xfrm>
          <a:prstGeom prst="rect">
            <a:avLst/>
          </a:prstGeom>
          <a:noFill/>
        </p:spPr>
        <p:txBody>
          <a:bodyPr wrap="none" rtlCol="0">
            <a:spAutoFit/>
          </a:bodyPr>
          <a:lstStyle/>
          <a:p>
            <a:r>
              <a:rPr lang="fr-FR" sz="1200" dirty="0">
                <a:latin typeface="Arial" panose="020B0604020202020204" pitchFamily="34" charset="0"/>
                <a:cs typeface="Arial" panose="020B0604020202020204" pitchFamily="34" charset="0"/>
              </a:rPr>
              <a:t>stroma</a:t>
            </a:r>
            <a:endParaRPr lang="en-GB"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704109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58C32E8-AEC4-2EA1-9CC2-BE2523DAC0A7}"/>
              </a:ext>
            </a:extLst>
          </p:cNvPr>
          <p:cNvSpPr>
            <a:spLocks noGrp="1"/>
          </p:cNvSpPr>
          <p:nvPr>
            <p:ph type="title"/>
          </p:nvPr>
        </p:nvSpPr>
        <p:spPr/>
        <p:txBody>
          <a:bodyPr/>
          <a:lstStyle/>
          <a:p>
            <a:r>
              <a:rPr lang="fr-FR" dirty="0"/>
              <a:t>The basis of </a:t>
            </a:r>
            <a:r>
              <a:rPr lang="fr-FR" dirty="0" err="1"/>
              <a:t>photosynthesis</a:t>
            </a:r>
            <a:endParaRPr lang="en-GB" dirty="0"/>
          </a:p>
        </p:txBody>
      </p:sp>
      <p:sp>
        <p:nvSpPr>
          <p:cNvPr id="3" name="Espace réservé du numéro de diapositive 2">
            <a:extLst>
              <a:ext uri="{FF2B5EF4-FFF2-40B4-BE49-F238E27FC236}">
                <a16:creationId xmlns:a16="http://schemas.microsoft.com/office/drawing/2014/main" id="{46F4EA5B-4400-769D-C641-1D22D6D06593}"/>
              </a:ext>
            </a:extLst>
          </p:cNvPr>
          <p:cNvSpPr>
            <a:spLocks noGrp="1"/>
          </p:cNvSpPr>
          <p:nvPr>
            <p:ph type="sldNum" sz="quarter" idx="12"/>
          </p:nvPr>
        </p:nvSpPr>
        <p:spPr/>
        <p:txBody>
          <a:bodyPr/>
          <a:lstStyle/>
          <a:p>
            <a:fld id="{E9791B11-EC80-479C-9EB2-AD35BA691394}" type="slidenum">
              <a:rPr lang="fr-FR" smtClean="0"/>
              <a:pPr/>
              <a:t>7</a:t>
            </a:fld>
            <a:endParaRPr lang="fr-FR" dirty="0"/>
          </a:p>
        </p:txBody>
      </p:sp>
      <p:sp>
        <p:nvSpPr>
          <p:cNvPr id="4" name="Text Box 9">
            <a:extLst>
              <a:ext uri="{FF2B5EF4-FFF2-40B4-BE49-F238E27FC236}">
                <a16:creationId xmlns:a16="http://schemas.microsoft.com/office/drawing/2014/main" id="{E38A0F84-1C13-45B9-06CC-2C48C4F33BC2}"/>
              </a:ext>
            </a:extLst>
          </p:cNvPr>
          <p:cNvSpPr txBox="1">
            <a:spLocks noChangeArrowheads="1"/>
          </p:cNvSpPr>
          <p:nvPr/>
        </p:nvSpPr>
        <p:spPr bwMode="auto">
          <a:xfrm>
            <a:off x="0" y="4897279"/>
            <a:ext cx="231345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itchFamily="18" charset="0"/>
                <a:ea typeface="ヒラギノ角ゴ Pro W3" charset="-128"/>
              </a:defRPr>
            </a:lvl1pPr>
            <a:lvl2pPr marL="742950" indent="-285750">
              <a:defRPr sz="2400">
                <a:solidFill>
                  <a:schemeClr val="tx1"/>
                </a:solidFill>
                <a:latin typeface="Times New Roman" pitchFamily="18" charset="0"/>
                <a:ea typeface="ヒラギノ角ゴ Pro W3" charset="-128"/>
              </a:defRPr>
            </a:lvl2pPr>
            <a:lvl3pPr marL="1143000" indent="-228600">
              <a:defRPr sz="2400">
                <a:solidFill>
                  <a:schemeClr val="tx1"/>
                </a:solidFill>
                <a:latin typeface="Times New Roman" pitchFamily="18" charset="0"/>
                <a:ea typeface="ヒラギノ角ゴ Pro W3" charset="-128"/>
              </a:defRPr>
            </a:lvl3pPr>
            <a:lvl4pPr marL="1600200" indent="-228600">
              <a:defRPr sz="2400">
                <a:solidFill>
                  <a:schemeClr val="tx1"/>
                </a:solidFill>
                <a:latin typeface="Times New Roman" pitchFamily="18" charset="0"/>
                <a:ea typeface="ヒラギノ角ゴ Pro W3" charset="-128"/>
              </a:defRPr>
            </a:lvl4pPr>
            <a:lvl5pPr marL="2057400" indent="-228600">
              <a:defRPr sz="2400">
                <a:solidFill>
                  <a:schemeClr val="tx1"/>
                </a:solidFill>
                <a:latin typeface="Times New Roman" pitchFamily="18"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9pPr>
          </a:lstStyle>
          <a:p>
            <a:r>
              <a:rPr lang="en-GB" altLang="fr-FR" sz="1000" i="1" dirty="0">
                <a:cs typeface="Times New Roman" panose="02020603050405020304" pitchFamily="18" charset="0"/>
              </a:rPr>
              <a:t>Baker et al., Annu. Rev. Plant Biol., 2008</a:t>
            </a:r>
            <a:endParaRPr lang="en-US" altLang="fr-FR" sz="1000" i="1" dirty="0">
              <a:cs typeface="Times New Roman" panose="02020603050405020304" pitchFamily="18" charset="0"/>
            </a:endParaRPr>
          </a:p>
        </p:txBody>
      </p:sp>
      <p:pic>
        <p:nvPicPr>
          <p:cNvPr id="12" name="Image 11">
            <a:extLst>
              <a:ext uri="{FF2B5EF4-FFF2-40B4-BE49-F238E27FC236}">
                <a16:creationId xmlns:a16="http://schemas.microsoft.com/office/drawing/2014/main" id="{71C49327-0ABA-D40D-401C-5CCB62B0832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91957" y="335501"/>
            <a:ext cx="4312754" cy="3393642"/>
          </a:xfrm>
          <a:prstGeom prst="rect">
            <a:avLst/>
          </a:prstGeom>
        </p:spPr>
      </p:pic>
      <p:sp>
        <p:nvSpPr>
          <p:cNvPr id="5" name="Rounded Rectangle 30">
            <a:extLst>
              <a:ext uri="{FF2B5EF4-FFF2-40B4-BE49-F238E27FC236}">
                <a16:creationId xmlns:a16="http://schemas.microsoft.com/office/drawing/2014/main" id="{7D36173F-CB0E-273E-3367-37B4965C8F63}"/>
              </a:ext>
            </a:extLst>
          </p:cNvPr>
          <p:cNvSpPr/>
          <p:nvPr/>
        </p:nvSpPr>
        <p:spPr>
          <a:xfrm>
            <a:off x="5551717" y="3829925"/>
            <a:ext cx="1500346" cy="533274"/>
          </a:xfrm>
          <a:prstGeom prst="roundRect">
            <a:avLst>
              <a:gd name="adj" fmla="val 21627"/>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a:solidFill>
                  <a:srgbClr val="A12018"/>
                </a:solidFill>
                <a:latin typeface="Times New Roman" panose="02020603050405020304" pitchFamily="18" charset="0"/>
                <a:cs typeface="Times New Roman" panose="02020603050405020304" pitchFamily="18" charset="0"/>
              </a:rPr>
              <a:t>Non-</a:t>
            </a:r>
            <a:r>
              <a:rPr lang="fr-FR" sz="1200" b="1" dirty="0" err="1">
                <a:solidFill>
                  <a:srgbClr val="A12018"/>
                </a:solidFill>
                <a:latin typeface="Times New Roman" panose="02020603050405020304" pitchFamily="18" charset="0"/>
                <a:cs typeface="Times New Roman" panose="02020603050405020304" pitchFamily="18" charset="0"/>
              </a:rPr>
              <a:t>Photochemical</a:t>
            </a:r>
            <a:r>
              <a:rPr lang="fr-FR" sz="1200" b="1" dirty="0">
                <a:solidFill>
                  <a:srgbClr val="A12018"/>
                </a:solidFill>
                <a:latin typeface="Times New Roman" panose="02020603050405020304" pitchFamily="18" charset="0"/>
                <a:cs typeface="Times New Roman" panose="02020603050405020304" pitchFamily="18" charset="0"/>
              </a:rPr>
              <a:t> </a:t>
            </a:r>
            <a:r>
              <a:rPr lang="fr-FR" sz="1200" b="1" dirty="0" err="1">
                <a:solidFill>
                  <a:srgbClr val="A12018"/>
                </a:solidFill>
                <a:latin typeface="Times New Roman" panose="02020603050405020304" pitchFamily="18" charset="0"/>
                <a:cs typeface="Times New Roman" panose="02020603050405020304" pitchFamily="18" charset="0"/>
              </a:rPr>
              <a:t>Quenching</a:t>
            </a:r>
            <a:r>
              <a:rPr lang="fr-FR" sz="1200" b="1" dirty="0">
                <a:solidFill>
                  <a:srgbClr val="A12018"/>
                </a:solidFill>
                <a:latin typeface="Times New Roman" panose="02020603050405020304" pitchFamily="18" charset="0"/>
                <a:cs typeface="Times New Roman" panose="02020603050405020304" pitchFamily="18" charset="0"/>
              </a:rPr>
              <a:t> (NPQ)</a:t>
            </a:r>
          </a:p>
        </p:txBody>
      </p:sp>
      <p:sp>
        <p:nvSpPr>
          <p:cNvPr id="6" name="Rounded Rectangle 30">
            <a:extLst>
              <a:ext uri="{FF2B5EF4-FFF2-40B4-BE49-F238E27FC236}">
                <a16:creationId xmlns:a16="http://schemas.microsoft.com/office/drawing/2014/main" id="{C86C9318-8FA9-9FAF-5662-C54688CF344D}"/>
              </a:ext>
            </a:extLst>
          </p:cNvPr>
          <p:cNvSpPr/>
          <p:nvPr/>
        </p:nvSpPr>
        <p:spPr>
          <a:xfrm>
            <a:off x="1987311" y="3829925"/>
            <a:ext cx="1500346" cy="533274"/>
          </a:xfrm>
          <a:prstGeom prst="roundRect">
            <a:avLst>
              <a:gd name="adj" fmla="val 21627"/>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a:solidFill>
                  <a:srgbClr val="FF0000"/>
                </a:solidFill>
                <a:latin typeface="Times New Roman" panose="02020603050405020304" pitchFamily="18" charset="0"/>
                <a:cs typeface="Times New Roman" panose="02020603050405020304" pitchFamily="18" charset="0"/>
              </a:rPr>
              <a:t>Fluorescence</a:t>
            </a:r>
          </a:p>
        </p:txBody>
      </p:sp>
      <p:sp>
        <p:nvSpPr>
          <p:cNvPr id="8" name="Rounded Rectangle 30">
            <a:extLst>
              <a:ext uri="{FF2B5EF4-FFF2-40B4-BE49-F238E27FC236}">
                <a16:creationId xmlns:a16="http://schemas.microsoft.com/office/drawing/2014/main" id="{917B2CB0-BF4C-C3A7-F89E-AB8FCA73C36A}"/>
              </a:ext>
            </a:extLst>
          </p:cNvPr>
          <p:cNvSpPr/>
          <p:nvPr/>
        </p:nvSpPr>
        <p:spPr>
          <a:xfrm>
            <a:off x="3598161" y="3022030"/>
            <a:ext cx="1500346" cy="533274"/>
          </a:xfrm>
          <a:prstGeom prst="roundRect">
            <a:avLst>
              <a:gd name="adj" fmla="val 21627"/>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err="1">
                <a:solidFill>
                  <a:schemeClr val="accent2"/>
                </a:solidFill>
                <a:latin typeface="Times New Roman" panose="02020603050405020304" pitchFamily="18" charset="0"/>
                <a:cs typeface="Times New Roman" panose="02020603050405020304" pitchFamily="18" charset="0"/>
              </a:rPr>
              <a:t>Photochemical</a:t>
            </a:r>
            <a:r>
              <a:rPr lang="fr-FR" sz="1200" b="1" dirty="0">
                <a:solidFill>
                  <a:schemeClr val="accent2"/>
                </a:solidFill>
                <a:latin typeface="Times New Roman" panose="02020603050405020304" pitchFamily="18" charset="0"/>
                <a:cs typeface="Times New Roman" panose="02020603050405020304" pitchFamily="18" charset="0"/>
              </a:rPr>
              <a:t> </a:t>
            </a:r>
            <a:r>
              <a:rPr lang="fr-FR" sz="1200" b="1" dirty="0" err="1">
                <a:solidFill>
                  <a:schemeClr val="accent2"/>
                </a:solidFill>
                <a:latin typeface="Times New Roman" panose="02020603050405020304" pitchFamily="18" charset="0"/>
                <a:cs typeface="Times New Roman" panose="02020603050405020304" pitchFamily="18" charset="0"/>
              </a:rPr>
              <a:t>Quenching</a:t>
            </a:r>
            <a:endParaRPr lang="fr-FR" sz="1200" b="1" dirty="0">
              <a:solidFill>
                <a:schemeClr val="accent2"/>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9" name="ZoneTexte 8">
                <a:extLst>
                  <a:ext uri="{FF2B5EF4-FFF2-40B4-BE49-F238E27FC236}">
                    <a16:creationId xmlns:a16="http://schemas.microsoft.com/office/drawing/2014/main" id="{4BB15C95-D1F2-C950-C543-C7215194A5B3}"/>
                  </a:ext>
                </a:extLst>
              </p:cNvPr>
              <p:cNvSpPr txBox="1"/>
              <p:nvPr/>
            </p:nvSpPr>
            <p:spPr>
              <a:xfrm>
                <a:off x="2492417" y="4353358"/>
                <a:ext cx="49013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fr-FR" b="0" i="1" smtClean="0">
                              <a:solidFill>
                                <a:srgbClr val="FF0000"/>
                              </a:solidFill>
                              <a:latin typeface="Cambria Math" panose="02040503050406030204" pitchFamily="18" charset="0"/>
                            </a:rPr>
                          </m:ctrlPr>
                        </m:sSubPr>
                        <m:e>
                          <m:r>
                            <a:rPr lang="fr-FR" b="0" i="1" smtClean="0">
                              <a:solidFill>
                                <a:srgbClr val="FF0000"/>
                              </a:solidFill>
                              <a:latin typeface="Cambria Math" panose="02040503050406030204" pitchFamily="18" charset="0"/>
                            </a:rPr>
                            <m:t>𝑘</m:t>
                          </m:r>
                        </m:e>
                        <m:sub>
                          <m:r>
                            <a:rPr lang="fr-FR" b="0" i="1" smtClean="0">
                              <a:solidFill>
                                <a:srgbClr val="FF0000"/>
                              </a:solidFill>
                              <a:latin typeface="Cambria Math" panose="02040503050406030204" pitchFamily="18" charset="0"/>
                            </a:rPr>
                            <m:t>𝐹</m:t>
                          </m:r>
                        </m:sub>
                      </m:sSub>
                    </m:oMath>
                  </m:oMathPara>
                </a14:m>
                <a:endParaRPr lang="en-GB" dirty="0">
                  <a:solidFill>
                    <a:srgbClr val="FF0000"/>
                  </a:solidFill>
                </a:endParaRPr>
              </a:p>
            </p:txBody>
          </p:sp>
        </mc:Choice>
        <mc:Fallback xmlns="">
          <p:sp>
            <p:nvSpPr>
              <p:cNvPr id="9" name="ZoneTexte 8">
                <a:extLst>
                  <a:ext uri="{FF2B5EF4-FFF2-40B4-BE49-F238E27FC236}">
                    <a16:creationId xmlns:a16="http://schemas.microsoft.com/office/drawing/2014/main" id="{4BB15C95-D1F2-C950-C543-C7215194A5B3}"/>
                  </a:ext>
                </a:extLst>
              </p:cNvPr>
              <p:cNvSpPr txBox="1">
                <a:spLocks noRot="1" noChangeAspect="1" noMove="1" noResize="1" noEditPoints="1" noAdjustHandles="1" noChangeArrowheads="1" noChangeShapeType="1" noTextEdit="1"/>
              </p:cNvSpPr>
              <p:nvPr/>
            </p:nvSpPr>
            <p:spPr>
              <a:xfrm>
                <a:off x="2492417" y="4353358"/>
                <a:ext cx="490134" cy="369332"/>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0" name="ZoneTexte 9">
                <a:extLst>
                  <a:ext uri="{FF2B5EF4-FFF2-40B4-BE49-F238E27FC236}">
                    <a16:creationId xmlns:a16="http://schemas.microsoft.com/office/drawing/2014/main" id="{4BC41CD1-675B-59CD-97E0-695ECF4D946C}"/>
                  </a:ext>
                </a:extLst>
              </p:cNvPr>
              <p:cNvSpPr txBox="1"/>
              <p:nvPr/>
            </p:nvSpPr>
            <p:spPr>
              <a:xfrm>
                <a:off x="3866832" y="4353358"/>
                <a:ext cx="923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fr-FR" b="0" i="1" smtClean="0">
                              <a:solidFill>
                                <a:schemeClr val="accent2"/>
                              </a:solidFill>
                              <a:latin typeface="Cambria Math" panose="02040503050406030204" pitchFamily="18" charset="0"/>
                            </a:rPr>
                          </m:ctrlPr>
                        </m:sSubPr>
                        <m:e>
                          <m:r>
                            <a:rPr lang="fr-FR" b="0" i="1" smtClean="0">
                              <a:solidFill>
                                <a:schemeClr val="accent2"/>
                              </a:solidFill>
                              <a:latin typeface="Cambria Math" panose="02040503050406030204" pitchFamily="18" charset="0"/>
                            </a:rPr>
                            <m:t>𝑘</m:t>
                          </m:r>
                        </m:e>
                        <m:sub>
                          <m:r>
                            <a:rPr lang="fr-FR" b="0" i="1" smtClean="0">
                              <a:solidFill>
                                <a:schemeClr val="accent2"/>
                              </a:solidFill>
                              <a:latin typeface="Cambria Math" panose="02040503050406030204" pitchFamily="18" charset="0"/>
                            </a:rPr>
                            <m:t>𝑃</m:t>
                          </m:r>
                        </m:sub>
                      </m:sSub>
                      <m:d>
                        <m:dPr>
                          <m:begChr m:val="["/>
                          <m:endChr m:val="]"/>
                          <m:ctrlPr>
                            <a:rPr lang="fr-FR" b="0" i="1" smtClean="0">
                              <a:solidFill>
                                <a:schemeClr val="accent2"/>
                              </a:solidFill>
                              <a:latin typeface="Cambria Math" panose="02040503050406030204" pitchFamily="18" charset="0"/>
                            </a:rPr>
                          </m:ctrlPr>
                        </m:dPr>
                        <m:e>
                          <m:sSub>
                            <m:sSubPr>
                              <m:ctrlPr>
                                <a:rPr lang="fr-FR" b="0" i="1" smtClean="0">
                                  <a:solidFill>
                                    <a:schemeClr val="accent2"/>
                                  </a:solidFill>
                                  <a:latin typeface="Cambria Math" panose="02040503050406030204" pitchFamily="18" charset="0"/>
                                </a:rPr>
                              </m:ctrlPr>
                            </m:sSubPr>
                            <m:e>
                              <m:r>
                                <a:rPr lang="fr-FR" b="0" i="1" smtClean="0">
                                  <a:solidFill>
                                    <a:schemeClr val="accent2"/>
                                  </a:solidFill>
                                  <a:latin typeface="Cambria Math" panose="02040503050406030204" pitchFamily="18" charset="0"/>
                                </a:rPr>
                                <m:t>𝑄</m:t>
                              </m:r>
                            </m:e>
                            <m:sub>
                              <m:r>
                                <a:rPr lang="fr-FR" b="0" i="1" smtClean="0">
                                  <a:solidFill>
                                    <a:schemeClr val="accent2"/>
                                  </a:solidFill>
                                  <a:latin typeface="Cambria Math" panose="02040503050406030204" pitchFamily="18" charset="0"/>
                                </a:rPr>
                                <m:t>𝐴</m:t>
                              </m:r>
                            </m:sub>
                          </m:sSub>
                        </m:e>
                      </m:d>
                    </m:oMath>
                  </m:oMathPara>
                </a14:m>
                <a:endParaRPr lang="en-GB" dirty="0">
                  <a:solidFill>
                    <a:schemeClr val="accent2"/>
                  </a:solidFill>
                </a:endParaRPr>
              </a:p>
            </p:txBody>
          </p:sp>
        </mc:Choice>
        <mc:Fallback xmlns="">
          <p:sp>
            <p:nvSpPr>
              <p:cNvPr id="10" name="ZoneTexte 9">
                <a:extLst>
                  <a:ext uri="{FF2B5EF4-FFF2-40B4-BE49-F238E27FC236}">
                    <a16:creationId xmlns:a16="http://schemas.microsoft.com/office/drawing/2014/main" id="{4BC41CD1-675B-59CD-97E0-695ECF4D946C}"/>
                  </a:ext>
                </a:extLst>
              </p:cNvPr>
              <p:cNvSpPr txBox="1">
                <a:spLocks noRot="1" noChangeAspect="1" noMove="1" noResize="1" noEditPoints="1" noAdjustHandles="1" noChangeArrowheads="1" noChangeShapeType="1" noTextEdit="1"/>
              </p:cNvSpPr>
              <p:nvPr/>
            </p:nvSpPr>
            <p:spPr>
              <a:xfrm>
                <a:off x="3866832" y="4353358"/>
                <a:ext cx="923394" cy="369332"/>
              </a:xfrm>
              <a:prstGeom prst="rect">
                <a:avLst/>
              </a:prstGeom>
              <a:blipFill>
                <a:blip r:embed="rId5"/>
                <a:stretch>
                  <a:fillRect b="-1147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1" name="ZoneTexte 10">
                <a:extLst>
                  <a:ext uri="{FF2B5EF4-FFF2-40B4-BE49-F238E27FC236}">
                    <a16:creationId xmlns:a16="http://schemas.microsoft.com/office/drawing/2014/main" id="{40D09CC3-6E98-20F8-7811-2E7FFD985DA4}"/>
                  </a:ext>
                </a:extLst>
              </p:cNvPr>
              <p:cNvSpPr txBox="1"/>
              <p:nvPr/>
            </p:nvSpPr>
            <p:spPr>
              <a:xfrm>
                <a:off x="5934033" y="4343580"/>
                <a:ext cx="735714" cy="38888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fr-FR" b="0" i="1" smtClean="0">
                              <a:solidFill>
                                <a:srgbClr val="A12018"/>
                              </a:solidFill>
                              <a:latin typeface="Cambria Math" panose="02040503050406030204" pitchFamily="18" charset="0"/>
                            </a:rPr>
                          </m:ctrlPr>
                        </m:sSubPr>
                        <m:e>
                          <m:r>
                            <a:rPr lang="fr-FR" b="0" i="1" smtClean="0">
                              <a:solidFill>
                                <a:srgbClr val="A12018"/>
                              </a:solidFill>
                              <a:latin typeface="Cambria Math" panose="02040503050406030204" pitchFamily="18" charset="0"/>
                            </a:rPr>
                            <m:t>𝑘</m:t>
                          </m:r>
                        </m:e>
                        <m:sub>
                          <m:r>
                            <a:rPr lang="fr-FR" b="0" i="1" smtClean="0">
                              <a:solidFill>
                                <a:srgbClr val="A12018"/>
                              </a:solidFill>
                              <a:latin typeface="Cambria Math" panose="02040503050406030204" pitchFamily="18" charset="0"/>
                            </a:rPr>
                            <m:t>𝑁𝑃𝑄</m:t>
                          </m:r>
                        </m:sub>
                      </m:sSub>
                    </m:oMath>
                  </m:oMathPara>
                </a14:m>
                <a:endParaRPr lang="en-GB" dirty="0">
                  <a:solidFill>
                    <a:srgbClr val="A12018"/>
                  </a:solidFill>
                </a:endParaRPr>
              </a:p>
            </p:txBody>
          </p:sp>
        </mc:Choice>
        <mc:Fallback xmlns="">
          <p:sp>
            <p:nvSpPr>
              <p:cNvPr id="11" name="ZoneTexte 10">
                <a:extLst>
                  <a:ext uri="{FF2B5EF4-FFF2-40B4-BE49-F238E27FC236}">
                    <a16:creationId xmlns:a16="http://schemas.microsoft.com/office/drawing/2014/main" id="{40D09CC3-6E98-20F8-7811-2E7FFD985DA4}"/>
                  </a:ext>
                </a:extLst>
              </p:cNvPr>
              <p:cNvSpPr txBox="1">
                <a:spLocks noRot="1" noChangeAspect="1" noMove="1" noResize="1" noEditPoints="1" noAdjustHandles="1" noChangeArrowheads="1" noChangeShapeType="1" noTextEdit="1"/>
              </p:cNvSpPr>
              <p:nvPr/>
            </p:nvSpPr>
            <p:spPr>
              <a:xfrm>
                <a:off x="5934033" y="4343580"/>
                <a:ext cx="735714" cy="388889"/>
              </a:xfrm>
              <a:prstGeom prst="rect">
                <a:avLst/>
              </a:prstGeom>
              <a:blipFill>
                <a:blip r:embed="rId6"/>
                <a:stretch>
                  <a:fillRect b="-793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 name="ZoneTexte 13">
                <a:extLst>
                  <a:ext uri="{FF2B5EF4-FFF2-40B4-BE49-F238E27FC236}">
                    <a16:creationId xmlns:a16="http://schemas.microsoft.com/office/drawing/2014/main" id="{D7D73630-B7BB-9900-8339-0B4051E25B3B}"/>
                  </a:ext>
                </a:extLst>
              </p:cNvPr>
              <p:cNvSpPr txBox="1"/>
              <p:nvPr/>
            </p:nvSpPr>
            <p:spPr>
              <a:xfrm>
                <a:off x="3866832" y="4732468"/>
                <a:ext cx="92467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fr-FR" b="0" i="1" smtClean="0">
                              <a:solidFill>
                                <a:schemeClr val="accent2"/>
                              </a:solidFill>
                              <a:latin typeface="Cambria Math" panose="02040503050406030204" pitchFamily="18" charset="0"/>
                            </a:rPr>
                          </m:ctrlPr>
                        </m:sSubSupPr>
                        <m:e>
                          <m:r>
                            <a:rPr lang="fr-FR" b="0" i="1" smtClean="0">
                              <a:solidFill>
                                <a:schemeClr val="accent2"/>
                              </a:solidFill>
                              <a:latin typeface="Cambria Math" panose="02040503050406030204" pitchFamily="18" charset="0"/>
                            </a:rPr>
                            <m:t>𝑘</m:t>
                          </m:r>
                        </m:e>
                        <m:sub>
                          <m:r>
                            <a:rPr lang="fr-FR" b="0" i="1" smtClean="0">
                              <a:solidFill>
                                <a:schemeClr val="accent2"/>
                              </a:solidFill>
                              <a:latin typeface="Cambria Math" panose="02040503050406030204" pitchFamily="18" charset="0"/>
                            </a:rPr>
                            <m:t>𝑃</m:t>
                          </m:r>
                        </m:sub>
                        <m:sup>
                          <m:r>
                            <a:rPr lang="fr-FR" b="0" i="1" smtClean="0">
                              <a:solidFill>
                                <a:schemeClr val="accent2"/>
                              </a:solidFill>
                              <a:latin typeface="Cambria Math" panose="02040503050406030204" pitchFamily="18" charset="0"/>
                            </a:rPr>
                            <m:t>′</m:t>
                          </m:r>
                        </m:sup>
                      </m:sSubSup>
                      <m:d>
                        <m:dPr>
                          <m:begChr m:val="["/>
                          <m:endChr m:val="]"/>
                          <m:ctrlPr>
                            <a:rPr lang="fr-FR" b="0" i="1" smtClean="0">
                              <a:solidFill>
                                <a:schemeClr val="accent2"/>
                              </a:solidFill>
                              <a:latin typeface="Cambria Math" panose="02040503050406030204" pitchFamily="18" charset="0"/>
                            </a:rPr>
                          </m:ctrlPr>
                        </m:dPr>
                        <m:e>
                          <m:sSub>
                            <m:sSubPr>
                              <m:ctrlPr>
                                <a:rPr lang="fr-FR" b="0" i="1" smtClean="0">
                                  <a:solidFill>
                                    <a:schemeClr val="accent2"/>
                                  </a:solidFill>
                                  <a:latin typeface="Cambria Math" panose="02040503050406030204" pitchFamily="18" charset="0"/>
                                </a:rPr>
                              </m:ctrlPr>
                            </m:sSubPr>
                            <m:e>
                              <m:r>
                                <a:rPr lang="fr-FR" b="0" i="1" smtClean="0">
                                  <a:solidFill>
                                    <a:schemeClr val="accent2"/>
                                  </a:solidFill>
                                  <a:latin typeface="Cambria Math" panose="02040503050406030204" pitchFamily="18" charset="0"/>
                                </a:rPr>
                                <m:t>𝑄</m:t>
                              </m:r>
                            </m:e>
                            <m:sub>
                              <m:r>
                                <a:rPr lang="fr-FR" b="0" i="1" smtClean="0">
                                  <a:solidFill>
                                    <a:schemeClr val="accent2"/>
                                  </a:solidFill>
                                  <a:latin typeface="Cambria Math" panose="02040503050406030204" pitchFamily="18" charset="0"/>
                                </a:rPr>
                                <m:t>𝐴</m:t>
                              </m:r>
                            </m:sub>
                          </m:sSub>
                        </m:e>
                      </m:d>
                    </m:oMath>
                  </m:oMathPara>
                </a14:m>
                <a:endParaRPr lang="en-GB" dirty="0">
                  <a:solidFill>
                    <a:schemeClr val="accent2"/>
                  </a:solidFill>
                </a:endParaRPr>
              </a:p>
            </p:txBody>
          </p:sp>
        </mc:Choice>
        <mc:Fallback xmlns="">
          <p:sp>
            <p:nvSpPr>
              <p:cNvPr id="14" name="ZoneTexte 13">
                <a:extLst>
                  <a:ext uri="{FF2B5EF4-FFF2-40B4-BE49-F238E27FC236}">
                    <a16:creationId xmlns:a16="http://schemas.microsoft.com/office/drawing/2014/main" id="{D7D73630-B7BB-9900-8339-0B4051E25B3B}"/>
                  </a:ext>
                </a:extLst>
              </p:cNvPr>
              <p:cNvSpPr txBox="1">
                <a:spLocks noRot="1" noChangeAspect="1" noMove="1" noResize="1" noEditPoints="1" noAdjustHandles="1" noChangeArrowheads="1" noChangeShapeType="1" noTextEdit="1"/>
              </p:cNvSpPr>
              <p:nvPr/>
            </p:nvSpPr>
            <p:spPr>
              <a:xfrm>
                <a:off x="3866832" y="4732468"/>
                <a:ext cx="924676" cy="369332"/>
              </a:xfrm>
              <a:prstGeom prst="rect">
                <a:avLst/>
              </a:prstGeom>
              <a:blipFill>
                <a:blip r:embed="rId7"/>
                <a:stretch>
                  <a:fillRect b="-1147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5" name="ZoneTexte 14">
                <a:extLst>
                  <a:ext uri="{FF2B5EF4-FFF2-40B4-BE49-F238E27FC236}">
                    <a16:creationId xmlns:a16="http://schemas.microsoft.com/office/drawing/2014/main" id="{FC9DF32C-DE43-5557-5409-BCE9504071F9}"/>
                  </a:ext>
                </a:extLst>
              </p:cNvPr>
              <p:cNvSpPr txBox="1"/>
              <p:nvPr/>
            </p:nvSpPr>
            <p:spPr>
              <a:xfrm>
                <a:off x="5934033" y="4722690"/>
                <a:ext cx="735714" cy="39414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fr-FR" b="0" i="1" smtClean="0">
                              <a:solidFill>
                                <a:srgbClr val="A12018"/>
                              </a:solidFill>
                              <a:latin typeface="Cambria Math" panose="02040503050406030204" pitchFamily="18" charset="0"/>
                            </a:rPr>
                          </m:ctrlPr>
                        </m:sSubSupPr>
                        <m:e>
                          <m:r>
                            <a:rPr lang="fr-FR" b="0" i="1" smtClean="0">
                              <a:solidFill>
                                <a:srgbClr val="A12018"/>
                              </a:solidFill>
                              <a:latin typeface="Cambria Math" panose="02040503050406030204" pitchFamily="18" charset="0"/>
                            </a:rPr>
                            <m:t>𝑘</m:t>
                          </m:r>
                        </m:e>
                        <m:sub>
                          <m:r>
                            <a:rPr lang="fr-FR" b="0" i="1" smtClean="0">
                              <a:solidFill>
                                <a:srgbClr val="A12018"/>
                              </a:solidFill>
                              <a:latin typeface="Cambria Math" panose="02040503050406030204" pitchFamily="18" charset="0"/>
                            </a:rPr>
                            <m:t>𝑁𝑃𝑄</m:t>
                          </m:r>
                        </m:sub>
                        <m:sup>
                          <m:r>
                            <a:rPr lang="fr-FR" b="0" i="1" smtClean="0">
                              <a:solidFill>
                                <a:srgbClr val="A12018"/>
                              </a:solidFill>
                              <a:latin typeface="Cambria Math" panose="02040503050406030204" pitchFamily="18" charset="0"/>
                            </a:rPr>
                            <m:t>′</m:t>
                          </m:r>
                        </m:sup>
                      </m:sSubSup>
                    </m:oMath>
                  </m:oMathPara>
                </a14:m>
                <a:endParaRPr lang="en-GB" dirty="0">
                  <a:solidFill>
                    <a:srgbClr val="A12018"/>
                  </a:solidFill>
                </a:endParaRPr>
              </a:p>
            </p:txBody>
          </p:sp>
        </mc:Choice>
        <mc:Fallback xmlns="">
          <p:sp>
            <p:nvSpPr>
              <p:cNvPr id="15" name="ZoneTexte 14">
                <a:extLst>
                  <a:ext uri="{FF2B5EF4-FFF2-40B4-BE49-F238E27FC236}">
                    <a16:creationId xmlns:a16="http://schemas.microsoft.com/office/drawing/2014/main" id="{FC9DF32C-DE43-5557-5409-BCE9504071F9}"/>
                  </a:ext>
                </a:extLst>
              </p:cNvPr>
              <p:cNvSpPr txBox="1">
                <a:spLocks noRot="1" noChangeAspect="1" noMove="1" noResize="1" noEditPoints="1" noAdjustHandles="1" noChangeArrowheads="1" noChangeShapeType="1" noTextEdit="1"/>
              </p:cNvSpPr>
              <p:nvPr/>
            </p:nvSpPr>
            <p:spPr>
              <a:xfrm>
                <a:off x="5934033" y="4722690"/>
                <a:ext cx="735714" cy="394147"/>
              </a:xfrm>
              <a:prstGeom prst="rect">
                <a:avLst/>
              </a:prstGeom>
              <a:blipFill>
                <a:blip r:embed="rId8"/>
                <a:stretch>
                  <a:fillRect b="-781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6" name="ZoneTexte 15">
                <a:extLst>
                  <a:ext uri="{FF2B5EF4-FFF2-40B4-BE49-F238E27FC236}">
                    <a16:creationId xmlns:a16="http://schemas.microsoft.com/office/drawing/2014/main" id="{BB07065A-A6CB-2C5F-DF7D-021750BAB053}"/>
                  </a:ext>
                </a:extLst>
              </p:cNvPr>
              <p:cNvSpPr txBox="1"/>
              <p:nvPr/>
            </p:nvSpPr>
            <p:spPr>
              <a:xfrm>
                <a:off x="2217854" y="4722690"/>
                <a:ext cx="103925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fr-FR" b="0" i="1" smtClean="0">
                              <a:solidFill>
                                <a:srgbClr val="FF0000"/>
                              </a:solidFill>
                              <a:latin typeface="Cambria Math" panose="02040503050406030204" pitchFamily="18" charset="0"/>
                            </a:rPr>
                          </m:ctrlPr>
                        </m:sSubSupPr>
                        <m:e>
                          <m:r>
                            <a:rPr lang="fr-FR" b="0" i="1" smtClean="0">
                              <a:solidFill>
                                <a:srgbClr val="FF0000"/>
                              </a:solidFill>
                              <a:latin typeface="Cambria Math" panose="02040503050406030204" pitchFamily="18" charset="0"/>
                            </a:rPr>
                            <m:t>𝑘</m:t>
                          </m:r>
                        </m:e>
                        <m:sub>
                          <m:r>
                            <a:rPr lang="fr-FR" b="0" i="1" smtClean="0">
                              <a:solidFill>
                                <a:srgbClr val="FF0000"/>
                              </a:solidFill>
                              <a:latin typeface="Cambria Math" panose="02040503050406030204" pitchFamily="18" charset="0"/>
                            </a:rPr>
                            <m:t>𝐹</m:t>
                          </m:r>
                        </m:sub>
                        <m:sup>
                          <m:r>
                            <a:rPr lang="fr-FR" b="0" i="1" smtClean="0">
                              <a:solidFill>
                                <a:srgbClr val="FF0000"/>
                              </a:solidFill>
                              <a:latin typeface="Cambria Math" panose="02040503050406030204" pitchFamily="18" charset="0"/>
                            </a:rPr>
                            <m:t>′</m:t>
                          </m:r>
                        </m:sup>
                      </m:sSubSup>
                      <m:r>
                        <a:rPr lang="fr-FR" b="0" i="1" smtClean="0">
                          <a:solidFill>
                            <a:srgbClr val="FF0000"/>
                          </a:solidFill>
                          <a:latin typeface="Cambria Math" panose="02040503050406030204" pitchFamily="18" charset="0"/>
                        </a:rPr>
                        <m:t>=</m:t>
                      </m:r>
                      <m:sSub>
                        <m:sSubPr>
                          <m:ctrlPr>
                            <a:rPr lang="fr-FR" b="0" i="1" smtClean="0">
                              <a:solidFill>
                                <a:srgbClr val="FF0000"/>
                              </a:solidFill>
                              <a:latin typeface="Cambria Math" panose="02040503050406030204" pitchFamily="18" charset="0"/>
                            </a:rPr>
                          </m:ctrlPr>
                        </m:sSubPr>
                        <m:e>
                          <m:r>
                            <a:rPr lang="fr-FR" b="0" i="1" smtClean="0">
                              <a:solidFill>
                                <a:srgbClr val="FF0000"/>
                              </a:solidFill>
                              <a:latin typeface="Cambria Math" panose="02040503050406030204" pitchFamily="18" charset="0"/>
                            </a:rPr>
                            <m:t>𝑘</m:t>
                          </m:r>
                        </m:e>
                        <m:sub>
                          <m:r>
                            <a:rPr lang="fr-FR" b="0" i="1" smtClean="0">
                              <a:solidFill>
                                <a:srgbClr val="FF0000"/>
                              </a:solidFill>
                              <a:latin typeface="Cambria Math" panose="02040503050406030204" pitchFamily="18" charset="0"/>
                            </a:rPr>
                            <m:t>𝐹</m:t>
                          </m:r>
                        </m:sub>
                      </m:sSub>
                    </m:oMath>
                  </m:oMathPara>
                </a14:m>
                <a:endParaRPr lang="en-GB" dirty="0">
                  <a:solidFill>
                    <a:srgbClr val="FF0000"/>
                  </a:solidFill>
                </a:endParaRPr>
              </a:p>
            </p:txBody>
          </p:sp>
        </mc:Choice>
        <mc:Fallback xmlns="">
          <p:sp>
            <p:nvSpPr>
              <p:cNvPr id="16" name="ZoneTexte 15">
                <a:extLst>
                  <a:ext uri="{FF2B5EF4-FFF2-40B4-BE49-F238E27FC236}">
                    <a16:creationId xmlns:a16="http://schemas.microsoft.com/office/drawing/2014/main" id="{BB07065A-A6CB-2C5F-DF7D-021750BAB053}"/>
                  </a:ext>
                </a:extLst>
              </p:cNvPr>
              <p:cNvSpPr txBox="1">
                <a:spLocks noRot="1" noChangeAspect="1" noMove="1" noResize="1" noEditPoints="1" noAdjustHandles="1" noChangeArrowheads="1" noChangeShapeType="1" noTextEdit="1"/>
              </p:cNvSpPr>
              <p:nvPr/>
            </p:nvSpPr>
            <p:spPr>
              <a:xfrm>
                <a:off x="2217854" y="4722690"/>
                <a:ext cx="1039259" cy="369332"/>
              </a:xfrm>
              <a:prstGeom prst="rect">
                <a:avLst/>
              </a:prstGeom>
              <a:blipFill>
                <a:blip r:embed="rId9"/>
                <a:stretch>
                  <a:fillRect b="-3333"/>
                </a:stretch>
              </a:blipFill>
            </p:spPr>
            <p:txBody>
              <a:bodyPr/>
              <a:lstStyle/>
              <a:p>
                <a:r>
                  <a:rPr lang="en-GB">
                    <a:noFill/>
                  </a:rPr>
                  <a:t> </a:t>
                </a:r>
              </a:p>
            </p:txBody>
          </p:sp>
        </mc:Fallback>
      </mc:AlternateContent>
      <p:sp>
        <p:nvSpPr>
          <p:cNvPr id="17" name="ZoneTexte 1">
            <a:extLst>
              <a:ext uri="{FF2B5EF4-FFF2-40B4-BE49-F238E27FC236}">
                <a16:creationId xmlns:a16="http://schemas.microsoft.com/office/drawing/2014/main" id="{CB675EBC-B012-203B-AD78-CD05379E804B}"/>
              </a:ext>
            </a:extLst>
          </p:cNvPr>
          <p:cNvSpPr txBox="1"/>
          <p:nvPr/>
        </p:nvSpPr>
        <p:spPr>
          <a:xfrm>
            <a:off x="7221858" y="4424285"/>
            <a:ext cx="1760385" cy="276999"/>
          </a:xfrm>
          <a:prstGeom prst="rect">
            <a:avLst/>
          </a:prstGeom>
          <a:solidFill>
            <a:schemeClr val="bg1">
              <a:lumMod val="75000"/>
            </a:schemeClr>
          </a:solidFill>
          <a:ln>
            <a:solidFill>
              <a:schemeClr val="tx1"/>
            </a:solidFill>
          </a:ln>
        </p:spPr>
        <p:txBody>
          <a:bodyPr wrap="square" rtlCol="0">
            <a:spAutoFit/>
          </a:bodyPr>
          <a:lstStyle/>
          <a:p>
            <a:pPr algn="ctr"/>
            <a:r>
              <a:rPr lang="fr-FR" sz="1200" dirty="0" err="1">
                <a:latin typeface="Times New Roman" panose="02020603050405020304" pitchFamily="18" charset="0"/>
                <a:cs typeface="Times New Roman" panose="02020603050405020304" pitchFamily="18" charset="0"/>
              </a:rPr>
              <a:t>Dark-adapted</a:t>
            </a:r>
            <a:endParaRPr lang="en-US" sz="1200" dirty="0">
              <a:latin typeface="Times New Roman" panose="02020603050405020304" pitchFamily="18" charset="0"/>
              <a:cs typeface="Times New Roman" panose="02020603050405020304" pitchFamily="18" charset="0"/>
            </a:endParaRPr>
          </a:p>
        </p:txBody>
      </p:sp>
      <p:sp>
        <p:nvSpPr>
          <p:cNvPr id="18" name="ZoneTexte 1">
            <a:extLst>
              <a:ext uri="{FF2B5EF4-FFF2-40B4-BE49-F238E27FC236}">
                <a16:creationId xmlns:a16="http://schemas.microsoft.com/office/drawing/2014/main" id="{A0BD5513-DFAF-6EE4-4555-FE359A5C0C7A}"/>
              </a:ext>
            </a:extLst>
          </p:cNvPr>
          <p:cNvSpPr txBox="1"/>
          <p:nvPr/>
        </p:nvSpPr>
        <p:spPr>
          <a:xfrm>
            <a:off x="7221858" y="4778634"/>
            <a:ext cx="1760385" cy="276999"/>
          </a:xfrm>
          <a:prstGeom prst="rect">
            <a:avLst/>
          </a:prstGeom>
          <a:solidFill>
            <a:schemeClr val="accent5">
              <a:lumMod val="40000"/>
              <a:lumOff val="60000"/>
            </a:schemeClr>
          </a:solidFill>
          <a:ln>
            <a:solidFill>
              <a:schemeClr val="tx1"/>
            </a:solidFill>
          </a:ln>
        </p:spPr>
        <p:txBody>
          <a:bodyPr wrap="square" rtlCol="0">
            <a:spAutoFit/>
          </a:bodyPr>
          <a:lstStyle/>
          <a:p>
            <a:pPr algn="ctr"/>
            <a:r>
              <a:rPr lang="fr-FR" sz="1200" dirty="0">
                <a:latin typeface="Times New Roman" panose="02020603050405020304" pitchFamily="18" charset="0"/>
                <a:cs typeface="Times New Roman" panose="02020603050405020304" pitchFamily="18" charset="0"/>
              </a:rPr>
              <a:t>Light-</a:t>
            </a:r>
            <a:r>
              <a:rPr lang="fr-FR" sz="1200" dirty="0" err="1">
                <a:latin typeface="Times New Roman" panose="02020603050405020304" pitchFamily="18" charset="0"/>
                <a:cs typeface="Times New Roman" panose="02020603050405020304" pitchFamily="18" charset="0"/>
              </a:rPr>
              <a:t>adapted</a:t>
            </a:r>
            <a:endParaRPr lang="en-US" sz="12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9" name="ZoneTexte 18">
                <a:extLst>
                  <a:ext uri="{FF2B5EF4-FFF2-40B4-BE49-F238E27FC236}">
                    <a16:creationId xmlns:a16="http://schemas.microsoft.com/office/drawing/2014/main" id="{DBE79F4B-4BCB-584F-CC70-5F3A5EBF6841}"/>
                  </a:ext>
                </a:extLst>
              </p:cNvPr>
              <p:cNvSpPr txBox="1"/>
              <p:nvPr/>
            </p:nvSpPr>
            <p:spPr>
              <a:xfrm>
                <a:off x="7152373" y="442216"/>
                <a:ext cx="1991627" cy="646331"/>
              </a:xfrm>
              <a:prstGeom prst="rect">
                <a:avLst/>
              </a:prstGeom>
              <a:noFill/>
            </p:spPr>
            <p:txBody>
              <a:bodyPr wrap="square" rtlCol="0">
                <a:spAutoFit/>
              </a:bodyPr>
              <a:lstStyle/>
              <a:p>
                <a14:m>
                  <m:oMath xmlns:m="http://schemas.openxmlformats.org/officeDocument/2006/math">
                    <m:d>
                      <m:dPr>
                        <m:begChr m:val="["/>
                        <m:endChr m:val="]"/>
                        <m:ctrlPr>
                          <a:rPr lang="fr-FR" b="0" i="1" smtClean="0">
                            <a:solidFill>
                              <a:schemeClr val="accent2"/>
                            </a:solidFill>
                            <a:latin typeface="Cambria Math" panose="02040503050406030204" pitchFamily="18" charset="0"/>
                          </a:rPr>
                        </m:ctrlPr>
                      </m:dPr>
                      <m:e>
                        <m:sSub>
                          <m:sSubPr>
                            <m:ctrlPr>
                              <a:rPr lang="fr-FR" b="0" i="1" smtClean="0">
                                <a:solidFill>
                                  <a:schemeClr val="accent2"/>
                                </a:solidFill>
                                <a:latin typeface="Cambria Math" panose="02040503050406030204" pitchFamily="18" charset="0"/>
                              </a:rPr>
                            </m:ctrlPr>
                          </m:sSubPr>
                          <m:e>
                            <m:r>
                              <a:rPr lang="fr-FR" b="0" i="1" smtClean="0">
                                <a:solidFill>
                                  <a:schemeClr val="accent2"/>
                                </a:solidFill>
                                <a:latin typeface="Cambria Math" panose="02040503050406030204" pitchFamily="18" charset="0"/>
                              </a:rPr>
                              <m:t>𝑄</m:t>
                            </m:r>
                          </m:e>
                          <m:sub>
                            <m:r>
                              <a:rPr lang="fr-FR" b="0" i="1" smtClean="0">
                                <a:solidFill>
                                  <a:schemeClr val="accent2"/>
                                </a:solidFill>
                                <a:latin typeface="Cambria Math" panose="02040503050406030204" pitchFamily="18" charset="0"/>
                              </a:rPr>
                              <m:t>𝐴</m:t>
                            </m:r>
                          </m:sub>
                        </m:sSub>
                      </m:e>
                    </m:d>
                  </m:oMath>
                </a14:m>
                <a:r>
                  <a:rPr lang="en-GB" dirty="0">
                    <a:solidFill>
                      <a:schemeClr val="accent2"/>
                    </a:solidFill>
                  </a:rPr>
                  <a:t> fraction of oxidised quinone A</a:t>
                </a:r>
              </a:p>
            </p:txBody>
          </p:sp>
        </mc:Choice>
        <mc:Fallback xmlns="">
          <p:sp>
            <p:nvSpPr>
              <p:cNvPr id="19" name="ZoneTexte 18">
                <a:extLst>
                  <a:ext uri="{FF2B5EF4-FFF2-40B4-BE49-F238E27FC236}">
                    <a16:creationId xmlns:a16="http://schemas.microsoft.com/office/drawing/2014/main" id="{DBE79F4B-4BCB-584F-CC70-5F3A5EBF6841}"/>
                  </a:ext>
                </a:extLst>
              </p:cNvPr>
              <p:cNvSpPr txBox="1">
                <a:spLocks noRot="1" noChangeAspect="1" noMove="1" noResize="1" noEditPoints="1" noAdjustHandles="1" noChangeArrowheads="1" noChangeShapeType="1" noTextEdit="1"/>
              </p:cNvSpPr>
              <p:nvPr/>
            </p:nvSpPr>
            <p:spPr>
              <a:xfrm>
                <a:off x="7152373" y="442216"/>
                <a:ext cx="1991627" cy="646331"/>
              </a:xfrm>
              <a:prstGeom prst="rect">
                <a:avLst/>
              </a:prstGeom>
              <a:blipFill>
                <a:blip r:embed="rId10"/>
                <a:stretch>
                  <a:fillRect l="-2446" t="-5660" r="-917" b="-14151"/>
                </a:stretch>
              </a:blipFill>
            </p:spPr>
            <p:txBody>
              <a:bodyPr/>
              <a:lstStyle/>
              <a:p>
                <a:r>
                  <a:rPr lang="en-GB">
                    <a:noFill/>
                  </a:rPr>
                  <a:t> </a:t>
                </a:r>
              </a:p>
            </p:txBody>
          </p:sp>
        </mc:Fallback>
      </mc:AlternateContent>
    </p:spTree>
    <p:extLst>
      <p:ext uri="{BB962C8B-B14F-4D97-AF65-F5344CB8AC3E}">
        <p14:creationId xmlns:p14="http://schemas.microsoft.com/office/powerpoint/2010/main" val="2698746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9132CC7-AA8B-66F3-F733-AB9CA33DB8D7}"/>
              </a:ext>
            </a:extLst>
          </p:cNvPr>
          <p:cNvSpPr>
            <a:spLocks noGrp="1"/>
          </p:cNvSpPr>
          <p:nvPr>
            <p:ph type="title"/>
          </p:nvPr>
        </p:nvSpPr>
        <p:spPr/>
        <p:txBody>
          <a:bodyPr/>
          <a:lstStyle/>
          <a:p>
            <a:r>
              <a:rPr lang="fr-FR" dirty="0"/>
              <a:t>Fluorescence </a:t>
            </a:r>
            <a:r>
              <a:rPr lang="fr-FR" dirty="0" err="1"/>
              <a:t>from</a:t>
            </a:r>
            <a:r>
              <a:rPr lang="fr-FR" dirty="0"/>
              <a:t> </a:t>
            </a:r>
            <a:r>
              <a:rPr lang="fr-FR" dirty="0" err="1"/>
              <a:t>dark-adapted</a:t>
            </a:r>
            <a:r>
              <a:rPr lang="fr-FR" dirty="0"/>
              <a:t> </a:t>
            </a:r>
            <a:r>
              <a:rPr lang="fr-FR" dirty="0" err="1"/>
              <a:t>cells</a:t>
            </a:r>
            <a:endParaRPr lang="en-GB" dirty="0"/>
          </a:p>
        </p:txBody>
      </p:sp>
      <p:sp>
        <p:nvSpPr>
          <p:cNvPr id="3" name="Espace réservé du numéro de diapositive 2">
            <a:extLst>
              <a:ext uri="{FF2B5EF4-FFF2-40B4-BE49-F238E27FC236}">
                <a16:creationId xmlns:a16="http://schemas.microsoft.com/office/drawing/2014/main" id="{6DDE7D9D-D5F6-AB34-9622-82116E3557A7}"/>
              </a:ext>
            </a:extLst>
          </p:cNvPr>
          <p:cNvSpPr>
            <a:spLocks noGrp="1"/>
          </p:cNvSpPr>
          <p:nvPr>
            <p:ph type="sldNum" sz="quarter" idx="12"/>
          </p:nvPr>
        </p:nvSpPr>
        <p:spPr/>
        <p:txBody>
          <a:bodyPr/>
          <a:lstStyle/>
          <a:p>
            <a:fld id="{E9791B11-EC80-479C-9EB2-AD35BA691394}" type="slidenum">
              <a:rPr lang="fr-FR" smtClean="0"/>
              <a:pPr/>
              <a:t>8</a:t>
            </a:fld>
            <a:endParaRPr lang="fr-FR" dirty="0"/>
          </a:p>
        </p:txBody>
      </p:sp>
      <mc:AlternateContent xmlns:mc="http://schemas.openxmlformats.org/markup-compatibility/2006" xmlns:a14="http://schemas.microsoft.com/office/drawing/2010/main">
        <mc:Choice Requires="a14">
          <p:sp>
            <p:nvSpPr>
              <p:cNvPr id="5" name="ZoneTexte 4">
                <a:extLst>
                  <a:ext uri="{FF2B5EF4-FFF2-40B4-BE49-F238E27FC236}">
                    <a16:creationId xmlns:a16="http://schemas.microsoft.com/office/drawing/2014/main" id="{3004A03F-1869-29F0-9E0D-F482141B7D81}"/>
                  </a:ext>
                </a:extLst>
              </p:cNvPr>
              <p:cNvSpPr txBox="1"/>
              <p:nvPr/>
            </p:nvSpPr>
            <p:spPr>
              <a:xfrm>
                <a:off x="2260000" y="954998"/>
                <a:ext cx="5546070" cy="550215"/>
              </a:xfrm>
              <a:prstGeom prst="rect">
                <a:avLst/>
              </a:prstGeom>
              <a:noFill/>
            </p:spPr>
            <p:txBody>
              <a:bodyPr wrap="none" rtlCol="0">
                <a:spAutoFit/>
              </a:bodyPr>
              <a:lstStyle/>
              <a:p>
                <a:r>
                  <a:rPr lang="en-US" b="0" dirty="0"/>
                  <a:t>Fluorescence signal proportional to </a:t>
                </a:r>
                <a14:m>
                  <m:oMath xmlns:m="http://schemas.openxmlformats.org/officeDocument/2006/math">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Φ</m:t>
                        </m:r>
                      </m:e>
                      <m:sub>
                        <m:r>
                          <a:rPr lang="en-US" b="0" i="1" smtClean="0">
                            <a:latin typeface="Cambria Math" panose="02040503050406030204" pitchFamily="18" charset="0"/>
                          </a:rPr>
                          <m:t>𝐹</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𝐹</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𝐹</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𝑃</m:t>
                            </m:r>
                          </m:sub>
                        </m:sSub>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𝐴</m:t>
                                </m:r>
                              </m:sub>
                            </m:sSub>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𝑁𝑃𝑄</m:t>
                            </m:r>
                          </m:sub>
                        </m:sSub>
                      </m:den>
                    </m:f>
                  </m:oMath>
                </a14:m>
                <a:endParaRPr lang="en-US" dirty="0"/>
              </a:p>
            </p:txBody>
          </p:sp>
        </mc:Choice>
        <mc:Fallback xmlns="">
          <p:sp>
            <p:nvSpPr>
              <p:cNvPr id="5" name="ZoneTexte 4">
                <a:extLst>
                  <a:ext uri="{FF2B5EF4-FFF2-40B4-BE49-F238E27FC236}">
                    <a16:creationId xmlns:a16="http://schemas.microsoft.com/office/drawing/2014/main" id="{3004A03F-1869-29F0-9E0D-F482141B7D81}"/>
                  </a:ext>
                </a:extLst>
              </p:cNvPr>
              <p:cNvSpPr txBox="1">
                <a:spLocks noRot="1" noChangeAspect="1" noMove="1" noResize="1" noEditPoints="1" noAdjustHandles="1" noChangeArrowheads="1" noChangeShapeType="1" noTextEdit="1"/>
              </p:cNvSpPr>
              <p:nvPr/>
            </p:nvSpPr>
            <p:spPr>
              <a:xfrm>
                <a:off x="2260000" y="954998"/>
                <a:ext cx="5546070" cy="550215"/>
              </a:xfrm>
              <a:prstGeom prst="rect">
                <a:avLst/>
              </a:prstGeom>
              <a:blipFill>
                <a:blip r:embed="rId2"/>
                <a:stretch>
                  <a:fillRect l="-989" b="-4444"/>
                </a:stretch>
              </a:blipFill>
            </p:spPr>
            <p:txBody>
              <a:bodyPr/>
              <a:lstStyle/>
              <a:p>
                <a:r>
                  <a:rPr lang="en-GB">
                    <a:noFill/>
                  </a:rPr>
                  <a:t> </a:t>
                </a:r>
              </a:p>
            </p:txBody>
          </p:sp>
        </mc:Fallback>
      </mc:AlternateContent>
      <p:grpSp>
        <p:nvGrpSpPr>
          <p:cNvPr id="14" name="Groupe 13">
            <a:extLst>
              <a:ext uri="{FF2B5EF4-FFF2-40B4-BE49-F238E27FC236}">
                <a16:creationId xmlns:a16="http://schemas.microsoft.com/office/drawing/2014/main" id="{7E6B5C05-21F8-90C1-47DA-5AB1CFC655E1}"/>
              </a:ext>
            </a:extLst>
          </p:cNvPr>
          <p:cNvGrpSpPr/>
          <p:nvPr/>
        </p:nvGrpSpPr>
        <p:grpSpPr>
          <a:xfrm>
            <a:off x="64154" y="422768"/>
            <a:ext cx="1644660" cy="1245429"/>
            <a:chOff x="64154" y="422768"/>
            <a:chExt cx="1644660" cy="1245429"/>
          </a:xfrm>
        </p:grpSpPr>
        <p:pic>
          <p:nvPicPr>
            <p:cNvPr id="13" name="Image 12">
              <a:extLst>
                <a:ext uri="{FF2B5EF4-FFF2-40B4-BE49-F238E27FC236}">
                  <a16:creationId xmlns:a16="http://schemas.microsoft.com/office/drawing/2014/main" id="{D9BAF9C5-63F8-10C6-FF19-98FDA1E2A8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8468" y="422768"/>
              <a:ext cx="1500346" cy="1180600"/>
            </a:xfrm>
            <a:prstGeom prst="rect">
              <a:avLst/>
            </a:prstGeom>
          </p:spPr>
        </p:pic>
        <p:sp>
          <p:nvSpPr>
            <p:cNvPr id="7" name="Rounded Rectangle 30">
              <a:extLst>
                <a:ext uri="{FF2B5EF4-FFF2-40B4-BE49-F238E27FC236}">
                  <a16:creationId xmlns:a16="http://schemas.microsoft.com/office/drawing/2014/main" id="{1064BF9B-4E9D-C89B-5C7C-519C4112301D}"/>
                </a:ext>
              </a:extLst>
            </p:cNvPr>
            <p:cNvSpPr/>
            <p:nvPr/>
          </p:nvSpPr>
          <p:spPr>
            <a:xfrm>
              <a:off x="1351805" y="1338775"/>
              <a:ext cx="329346" cy="206312"/>
            </a:xfrm>
            <a:prstGeom prst="roundRect">
              <a:avLst>
                <a:gd name="adj" fmla="val 21627"/>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800" dirty="0">
                  <a:solidFill>
                    <a:srgbClr val="A12018"/>
                  </a:solidFill>
                  <a:latin typeface="Times New Roman" panose="02020603050405020304" pitchFamily="18" charset="0"/>
                  <a:cs typeface="Times New Roman" panose="02020603050405020304" pitchFamily="18" charset="0"/>
                </a:rPr>
                <a:t>NPQ</a:t>
              </a:r>
            </a:p>
          </p:txBody>
        </p:sp>
        <p:sp>
          <p:nvSpPr>
            <p:cNvPr id="8" name="Rounded Rectangle 30">
              <a:extLst>
                <a:ext uri="{FF2B5EF4-FFF2-40B4-BE49-F238E27FC236}">
                  <a16:creationId xmlns:a16="http://schemas.microsoft.com/office/drawing/2014/main" id="{DB7C33A0-95CC-A986-E157-601280B5A02C}"/>
                </a:ext>
              </a:extLst>
            </p:cNvPr>
            <p:cNvSpPr/>
            <p:nvPr/>
          </p:nvSpPr>
          <p:spPr>
            <a:xfrm>
              <a:off x="209108" y="1385094"/>
              <a:ext cx="375727" cy="206312"/>
            </a:xfrm>
            <a:prstGeom prst="roundRect">
              <a:avLst>
                <a:gd name="adj" fmla="val 21627"/>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800" dirty="0">
                  <a:solidFill>
                    <a:srgbClr val="FF0000"/>
                  </a:solidFill>
                  <a:latin typeface="Times New Roman" panose="02020603050405020304" pitchFamily="18" charset="0"/>
                  <a:cs typeface="Times New Roman" panose="02020603050405020304" pitchFamily="18" charset="0"/>
                </a:rPr>
                <a:t>Fluo</a:t>
              </a:r>
            </a:p>
          </p:txBody>
        </p:sp>
        <p:sp>
          <p:nvSpPr>
            <p:cNvPr id="9" name="Rounded Rectangle 30">
              <a:extLst>
                <a:ext uri="{FF2B5EF4-FFF2-40B4-BE49-F238E27FC236}">
                  <a16:creationId xmlns:a16="http://schemas.microsoft.com/office/drawing/2014/main" id="{52595625-BE54-0D03-A86C-DCE16E58DC4A}"/>
                </a:ext>
              </a:extLst>
            </p:cNvPr>
            <p:cNvSpPr/>
            <p:nvPr/>
          </p:nvSpPr>
          <p:spPr>
            <a:xfrm>
              <a:off x="630035" y="1134421"/>
              <a:ext cx="657211" cy="307510"/>
            </a:xfrm>
            <a:prstGeom prst="roundRect">
              <a:avLst>
                <a:gd name="adj" fmla="val 21627"/>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800" dirty="0" err="1">
                  <a:solidFill>
                    <a:schemeClr val="accent2"/>
                  </a:solidFill>
                  <a:latin typeface="Times New Roman" panose="02020603050405020304" pitchFamily="18" charset="0"/>
                  <a:cs typeface="Times New Roman" panose="02020603050405020304" pitchFamily="18" charset="0"/>
                </a:rPr>
                <a:t>Photochemical</a:t>
              </a:r>
              <a:r>
                <a:rPr lang="fr-FR" sz="800" dirty="0">
                  <a:solidFill>
                    <a:schemeClr val="accent2"/>
                  </a:solidFill>
                  <a:latin typeface="Times New Roman" panose="02020603050405020304" pitchFamily="18" charset="0"/>
                  <a:cs typeface="Times New Roman" panose="02020603050405020304" pitchFamily="18" charset="0"/>
                </a:rPr>
                <a:t> </a:t>
              </a:r>
              <a:r>
                <a:rPr lang="fr-FR" sz="800" dirty="0" err="1">
                  <a:solidFill>
                    <a:schemeClr val="accent2"/>
                  </a:solidFill>
                  <a:latin typeface="Times New Roman" panose="02020603050405020304" pitchFamily="18" charset="0"/>
                  <a:cs typeface="Times New Roman" panose="02020603050405020304" pitchFamily="18" charset="0"/>
                </a:rPr>
                <a:t>Quenching</a:t>
              </a:r>
              <a:endParaRPr lang="fr-FR" sz="800" dirty="0">
                <a:solidFill>
                  <a:schemeClr val="accent2"/>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0" name="ZoneTexte 9">
                  <a:extLst>
                    <a:ext uri="{FF2B5EF4-FFF2-40B4-BE49-F238E27FC236}">
                      <a16:creationId xmlns:a16="http://schemas.microsoft.com/office/drawing/2014/main" id="{FBBAE22E-D4C3-9A67-6A12-D06F7A36FBF0}"/>
                    </a:ext>
                  </a:extLst>
                </p:cNvPr>
                <p:cNvSpPr txBox="1"/>
                <p:nvPr/>
              </p:nvSpPr>
              <p:spPr>
                <a:xfrm>
                  <a:off x="64154" y="1155512"/>
                  <a:ext cx="355097" cy="24622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fr-FR" sz="1000" b="0" i="1" smtClean="0">
                                <a:solidFill>
                                  <a:srgbClr val="FF0000"/>
                                </a:solidFill>
                                <a:latin typeface="Cambria Math" panose="02040503050406030204" pitchFamily="18" charset="0"/>
                              </a:rPr>
                            </m:ctrlPr>
                          </m:sSubPr>
                          <m:e>
                            <m:r>
                              <a:rPr lang="fr-FR" sz="1000" b="0" i="1" smtClean="0">
                                <a:solidFill>
                                  <a:srgbClr val="FF0000"/>
                                </a:solidFill>
                                <a:latin typeface="Cambria Math" panose="02040503050406030204" pitchFamily="18" charset="0"/>
                              </a:rPr>
                              <m:t>𝑘</m:t>
                            </m:r>
                          </m:e>
                          <m:sub>
                            <m:r>
                              <a:rPr lang="fr-FR" sz="1000" b="0" i="1" smtClean="0">
                                <a:solidFill>
                                  <a:srgbClr val="FF0000"/>
                                </a:solidFill>
                                <a:latin typeface="Cambria Math" panose="02040503050406030204" pitchFamily="18" charset="0"/>
                              </a:rPr>
                              <m:t>𝐹</m:t>
                            </m:r>
                          </m:sub>
                        </m:sSub>
                      </m:oMath>
                    </m:oMathPara>
                  </a14:m>
                  <a:endParaRPr lang="en-GB" sz="1000" dirty="0">
                    <a:solidFill>
                      <a:srgbClr val="FF0000"/>
                    </a:solidFill>
                  </a:endParaRPr>
                </a:p>
              </p:txBody>
            </p:sp>
          </mc:Choice>
          <mc:Fallback xmlns="">
            <p:sp>
              <p:nvSpPr>
                <p:cNvPr id="10" name="ZoneTexte 9">
                  <a:extLst>
                    <a:ext uri="{FF2B5EF4-FFF2-40B4-BE49-F238E27FC236}">
                      <a16:creationId xmlns:a16="http://schemas.microsoft.com/office/drawing/2014/main" id="{FBBAE22E-D4C3-9A67-6A12-D06F7A36FBF0}"/>
                    </a:ext>
                  </a:extLst>
                </p:cNvPr>
                <p:cNvSpPr txBox="1">
                  <a:spLocks noRot="1" noChangeAspect="1" noMove="1" noResize="1" noEditPoints="1" noAdjustHandles="1" noChangeArrowheads="1" noChangeShapeType="1" noTextEdit="1"/>
                </p:cNvSpPr>
                <p:nvPr/>
              </p:nvSpPr>
              <p:spPr>
                <a:xfrm>
                  <a:off x="64154" y="1155512"/>
                  <a:ext cx="355097" cy="246221"/>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1" name="ZoneTexte 10">
                  <a:extLst>
                    <a:ext uri="{FF2B5EF4-FFF2-40B4-BE49-F238E27FC236}">
                      <a16:creationId xmlns:a16="http://schemas.microsoft.com/office/drawing/2014/main" id="{1887035A-63DC-C860-7069-1A38E9127948}"/>
                    </a:ext>
                  </a:extLst>
                </p:cNvPr>
                <p:cNvSpPr txBox="1"/>
                <p:nvPr/>
              </p:nvSpPr>
              <p:spPr>
                <a:xfrm>
                  <a:off x="668174" y="1421976"/>
                  <a:ext cx="596702" cy="24622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fr-FR" sz="1000" b="0" i="1" smtClean="0">
                                <a:solidFill>
                                  <a:schemeClr val="accent2"/>
                                </a:solidFill>
                                <a:latin typeface="Cambria Math" panose="02040503050406030204" pitchFamily="18" charset="0"/>
                              </a:rPr>
                            </m:ctrlPr>
                          </m:sSubPr>
                          <m:e>
                            <m:r>
                              <a:rPr lang="fr-FR" sz="1000" b="0" i="1" smtClean="0">
                                <a:solidFill>
                                  <a:schemeClr val="accent2"/>
                                </a:solidFill>
                                <a:latin typeface="Cambria Math" panose="02040503050406030204" pitchFamily="18" charset="0"/>
                              </a:rPr>
                              <m:t>𝑘</m:t>
                            </m:r>
                          </m:e>
                          <m:sub>
                            <m:r>
                              <a:rPr lang="fr-FR" sz="1000" b="0" i="1" smtClean="0">
                                <a:solidFill>
                                  <a:schemeClr val="accent2"/>
                                </a:solidFill>
                                <a:latin typeface="Cambria Math" panose="02040503050406030204" pitchFamily="18" charset="0"/>
                              </a:rPr>
                              <m:t>𝑃</m:t>
                            </m:r>
                          </m:sub>
                        </m:sSub>
                        <m:d>
                          <m:dPr>
                            <m:begChr m:val="["/>
                            <m:endChr m:val="]"/>
                            <m:ctrlPr>
                              <a:rPr lang="fr-FR" sz="1000" b="0" i="1" smtClean="0">
                                <a:solidFill>
                                  <a:schemeClr val="accent2"/>
                                </a:solidFill>
                                <a:latin typeface="Cambria Math" panose="02040503050406030204" pitchFamily="18" charset="0"/>
                              </a:rPr>
                            </m:ctrlPr>
                          </m:dPr>
                          <m:e>
                            <m:sSub>
                              <m:sSubPr>
                                <m:ctrlPr>
                                  <a:rPr lang="fr-FR" sz="1000" b="0" i="1" smtClean="0">
                                    <a:solidFill>
                                      <a:schemeClr val="accent2"/>
                                    </a:solidFill>
                                    <a:latin typeface="Cambria Math" panose="02040503050406030204" pitchFamily="18" charset="0"/>
                                  </a:rPr>
                                </m:ctrlPr>
                              </m:sSubPr>
                              <m:e>
                                <m:r>
                                  <a:rPr lang="fr-FR" sz="1000" b="0" i="1" smtClean="0">
                                    <a:solidFill>
                                      <a:schemeClr val="accent2"/>
                                    </a:solidFill>
                                    <a:latin typeface="Cambria Math" panose="02040503050406030204" pitchFamily="18" charset="0"/>
                                  </a:rPr>
                                  <m:t>𝑄</m:t>
                                </m:r>
                              </m:e>
                              <m:sub>
                                <m:r>
                                  <a:rPr lang="fr-FR" sz="1000" b="0" i="1" smtClean="0">
                                    <a:solidFill>
                                      <a:schemeClr val="accent2"/>
                                    </a:solidFill>
                                    <a:latin typeface="Cambria Math" panose="02040503050406030204" pitchFamily="18" charset="0"/>
                                  </a:rPr>
                                  <m:t>𝐴</m:t>
                                </m:r>
                              </m:sub>
                            </m:sSub>
                          </m:e>
                        </m:d>
                      </m:oMath>
                    </m:oMathPara>
                  </a14:m>
                  <a:endParaRPr lang="en-GB" sz="1000" dirty="0">
                    <a:solidFill>
                      <a:schemeClr val="accent2"/>
                    </a:solidFill>
                  </a:endParaRPr>
                </a:p>
              </p:txBody>
            </p:sp>
          </mc:Choice>
          <mc:Fallback xmlns="">
            <p:sp>
              <p:nvSpPr>
                <p:cNvPr id="11" name="ZoneTexte 10">
                  <a:extLst>
                    <a:ext uri="{FF2B5EF4-FFF2-40B4-BE49-F238E27FC236}">
                      <a16:creationId xmlns:a16="http://schemas.microsoft.com/office/drawing/2014/main" id="{1887035A-63DC-C860-7069-1A38E9127948}"/>
                    </a:ext>
                  </a:extLst>
                </p:cNvPr>
                <p:cNvSpPr txBox="1">
                  <a:spLocks noRot="1" noChangeAspect="1" noMove="1" noResize="1" noEditPoints="1" noAdjustHandles="1" noChangeArrowheads="1" noChangeShapeType="1" noTextEdit="1"/>
                </p:cNvSpPr>
                <p:nvPr/>
              </p:nvSpPr>
              <p:spPr>
                <a:xfrm>
                  <a:off x="668174" y="1421976"/>
                  <a:ext cx="596702" cy="246221"/>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2" name="ZoneTexte 11">
                  <a:extLst>
                    <a:ext uri="{FF2B5EF4-FFF2-40B4-BE49-F238E27FC236}">
                      <a16:creationId xmlns:a16="http://schemas.microsoft.com/office/drawing/2014/main" id="{B8FC63B2-7144-3776-A4DF-6D58220866CE}"/>
                    </a:ext>
                  </a:extLst>
                </p:cNvPr>
                <p:cNvSpPr txBox="1"/>
                <p:nvPr/>
              </p:nvSpPr>
              <p:spPr>
                <a:xfrm>
                  <a:off x="1181222" y="972984"/>
                  <a:ext cx="492251" cy="25712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fr-FR" sz="1000" b="0" i="1" smtClean="0">
                                <a:solidFill>
                                  <a:srgbClr val="A12018"/>
                                </a:solidFill>
                                <a:latin typeface="Cambria Math" panose="02040503050406030204" pitchFamily="18" charset="0"/>
                              </a:rPr>
                            </m:ctrlPr>
                          </m:sSubPr>
                          <m:e>
                            <m:r>
                              <a:rPr lang="fr-FR" sz="1000" b="0" i="1" smtClean="0">
                                <a:solidFill>
                                  <a:srgbClr val="A12018"/>
                                </a:solidFill>
                                <a:latin typeface="Cambria Math" panose="02040503050406030204" pitchFamily="18" charset="0"/>
                              </a:rPr>
                              <m:t>𝑘</m:t>
                            </m:r>
                          </m:e>
                          <m:sub>
                            <m:r>
                              <a:rPr lang="fr-FR" sz="1000" b="0" i="1" smtClean="0">
                                <a:solidFill>
                                  <a:srgbClr val="A12018"/>
                                </a:solidFill>
                                <a:latin typeface="Cambria Math" panose="02040503050406030204" pitchFamily="18" charset="0"/>
                              </a:rPr>
                              <m:t>𝑁𝑃𝑄</m:t>
                            </m:r>
                          </m:sub>
                        </m:sSub>
                      </m:oMath>
                    </m:oMathPara>
                  </a14:m>
                  <a:endParaRPr lang="en-GB" sz="1000" dirty="0">
                    <a:solidFill>
                      <a:srgbClr val="A12018"/>
                    </a:solidFill>
                  </a:endParaRPr>
                </a:p>
              </p:txBody>
            </p:sp>
          </mc:Choice>
          <mc:Fallback xmlns="">
            <p:sp>
              <p:nvSpPr>
                <p:cNvPr id="12" name="ZoneTexte 11">
                  <a:extLst>
                    <a:ext uri="{FF2B5EF4-FFF2-40B4-BE49-F238E27FC236}">
                      <a16:creationId xmlns:a16="http://schemas.microsoft.com/office/drawing/2014/main" id="{B8FC63B2-7144-3776-A4DF-6D58220866CE}"/>
                    </a:ext>
                  </a:extLst>
                </p:cNvPr>
                <p:cNvSpPr txBox="1">
                  <a:spLocks noRot="1" noChangeAspect="1" noMove="1" noResize="1" noEditPoints="1" noAdjustHandles="1" noChangeArrowheads="1" noChangeShapeType="1" noTextEdit="1"/>
                </p:cNvSpPr>
                <p:nvPr/>
              </p:nvSpPr>
              <p:spPr>
                <a:xfrm>
                  <a:off x="1181222" y="972984"/>
                  <a:ext cx="492251" cy="257122"/>
                </a:xfrm>
                <a:prstGeom prst="rect">
                  <a:avLst/>
                </a:prstGeom>
                <a:blipFill>
                  <a:blip r:embed="rId6"/>
                  <a:stretch>
                    <a:fillRect/>
                  </a:stretch>
                </a:blipFill>
              </p:spPr>
              <p:txBody>
                <a:bodyPr/>
                <a:lstStyle/>
                <a:p>
                  <a:r>
                    <a:rPr lang="en-GB">
                      <a:noFill/>
                    </a:rPr>
                    <a:t> </a:t>
                  </a:r>
                </a:p>
              </p:txBody>
            </p:sp>
          </mc:Fallback>
        </mc:AlternateContent>
      </p:grpSp>
      <p:pic>
        <p:nvPicPr>
          <p:cNvPr id="16" name="Image 15">
            <a:extLst>
              <a:ext uri="{FF2B5EF4-FFF2-40B4-BE49-F238E27FC236}">
                <a16:creationId xmlns:a16="http://schemas.microsoft.com/office/drawing/2014/main" id="{3B2A94CF-B92E-DC62-70EA-7E8B404F1A2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67343" y="1860067"/>
            <a:ext cx="8009314" cy="1562235"/>
          </a:xfrm>
          <a:prstGeom prst="rect">
            <a:avLst/>
          </a:prstGeom>
        </p:spPr>
      </p:pic>
      <mc:AlternateContent xmlns:mc="http://schemas.openxmlformats.org/markup-compatibility/2006" xmlns:a14="http://schemas.microsoft.com/office/drawing/2010/main">
        <mc:Choice Requires="a14">
          <p:sp>
            <p:nvSpPr>
              <p:cNvPr id="19" name="ZoneTexte 18">
                <a:extLst>
                  <a:ext uri="{FF2B5EF4-FFF2-40B4-BE49-F238E27FC236}">
                    <a16:creationId xmlns:a16="http://schemas.microsoft.com/office/drawing/2014/main" id="{14DAC877-223C-FBD3-83D4-DFE62A49BB5B}"/>
                  </a:ext>
                </a:extLst>
              </p:cNvPr>
              <p:cNvSpPr txBox="1"/>
              <p:nvPr/>
            </p:nvSpPr>
            <p:spPr>
              <a:xfrm>
                <a:off x="2306796" y="3860818"/>
                <a:ext cx="4530407" cy="369332"/>
              </a:xfrm>
              <a:prstGeom prst="rect">
                <a:avLst/>
              </a:prstGeom>
              <a:noFill/>
            </p:spPr>
            <p:txBody>
              <a:bodyPr wrap="none" rtlCol="0">
                <a:spAutoFit/>
              </a:bodyPr>
              <a:lstStyle/>
              <a:p>
                <a:r>
                  <a:rPr lang="en-US" b="0" dirty="0"/>
                  <a:t>M</a:t>
                </a:r>
                <a14:m>
                  <m:oMath xmlns:m="http://schemas.openxmlformats.org/officeDocument/2006/math">
                    <m:r>
                      <m:rPr>
                        <m:sty m:val="p"/>
                      </m:rPr>
                      <a:rPr lang="fr-FR" dirty="0">
                        <a:latin typeface="Cambria Math" panose="02040503050406030204" pitchFamily="18" charset="0"/>
                      </a:rPr>
                      <m:t>a</m:t>
                    </m:r>
                    <m:r>
                      <m:rPr>
                        <m:sty m:val="p"/>
                      </m:rPr>
                      <a:rPr lang="fr-FR" b="0" i="0" dirty="0" smtClean="0">
                        <a:latin typeface="Cambria Math" panose="02040503050406030204" pitchFamily="18" charset="0"/>
                      </a:rPr>
                      <m:t>ximum</m:t>
                    </m:r>
                    <m:r>
                      <a:rPr lang="fr-FR" b="0" i="0" dirty="0" smtClean="0">
                        <a:latin typeface="Cambria Math" panose="02040503050406030204" pitchFamily="18" charset="0"/>
                      </a:rPr>
                      <m:t> </m:t>
                    </m:r>
                    <m:r>
                      <m:rPr>
                        <m:sty m:val="p"/>
                      </m:rPr>
                      <a:rPr lang="fr-FR" b="0" i="0" dirty="0" smtClean="0">
                        <a:latin typeface="Cambria Math" panose="02040503050406030204" pitchFamily="18" charset="0"/>
                      </a:rPr>
                      <m:t>quantum</m:t>
                    </m:r>
                    <m:r>
                      <a:rPr lang="fr-FR" b="0" i="0" dirty="0" smtClean="0">
                        <a:latin typeface="Cambria Math" panose="02040503050406030204" pitchFamily="18" charset="0"/>
                      </a:rPr>
                      <m:t> </m:t>
                    </m:r>
                    <m:r>
                      <m:rPr>
                        <m:sty m:val="p"/>
                      </m:rPr>
                      <a:rPr lang="fr-FR" b="0" i="0" dirty="0" smtClean="0">
                        <a:latin typeface="Cambria Math" panose="02040503050406030204" pitchFamily="18" charset="0"/>
                      </a:rPr>
                      <m:t>yield</m:t>
                    </m:r>
                    <m:r>
                      <a:rPr lang="fr-FR" b="0" i="0" dirty="0" smtClean="0">
                        <a:latin typeface="Cambria Math" panose="02040503050406030204" pitchFamily="18" charset="0"/>
                      </a:rPr>
                      <m:t> </m:t>
                    </m:r>
                    <m:r>
                      <m:rPr>
                        <m:sty m:val="p"/>
                      </m:rPr>
                      <a:rPr lang="fr-FR" b="0" i="0" dirty="0" smtClean="0">
                        <a:latin typeface="Cambria Math" panose="02040503050406030204" pitchFamily="18" charset="0"/>
                      </a:rPr>
                      <m:t>of</m:t>
                    </m:r>
                    <m:r>
                      <a:rPr lang="fr-FR" b="0" i="0" dirty="0" smtClean="0">
                        <a:latin typeface="Cambria Math" panose="02040503050406030204" pitchFamily="18" charset="0"/>
                      </a:rPr>
                      <m:t> </m:t>
                    </m:r>
                    <m:r>
                      <m:rPr>
                        <m:sty m:val="p"/>
                      </m:rPr>
                      <a:rPr lang="fr-FR" b="0" i="0" dirty="0" smtClean="0">
                        <a:latin typeface="Cambria Math" panose="02040503050406030204" pitchFamily="18" charset="0"/>
                      </a:rPr>
                      <m:t>photosynthesis</m:t>
                    </m:r>
                  </m:oMath>
                </a14:m>
                <a:endParaRPr lang="en-US" dirty="0"/>
              </a:p>
            </p:txBody>
          </p:sp>
        </mc:Choice>
        <mc:Fallback xmlns="">
          <p:sp>
            <p:nvSpPr>
              <p:cNvPr id="19" name="ZoneTexte 18">
                <a:extLst>
                  <a:ext uri="{FF2B5EF4-FFF2-40B4-BE49-F238E27FC236}">
                    <a16:creationId xmlns:a16="http://schemas.microsoft.com/office/drawing/2014/main" id="{14DAC877-223C-FBD3-83D4-DFE62A49BB5B}"/>
                  </a:ext>
                </a:extLst>
              </p:cNvPr>
              <p:cNvSpPr txBox="1">
                <a:spLocks noRot="1" noChangeAspect="1" noMove="1" noResize="1" noEditPoints="1" noAdjustHandles="1" noChangeArrowheads="1" noChangeShapeType="1" noTextEdit="1"/>
              </p:cNvSpPr>
              <p:nvPr/>
            </p:nvSpPr>
            <p:spPr>
              <a:xfrm>
                <a:off x="2306796" y="3860818"/>
                <a:ext cx="4530407" cy="369332"/>
              </a:xfrm>
              <a:prstGeom prst="rect">
                <a:avLst/>
              </a:prstGeom>
              <a:blipFill>
                <a:blip r:embed="rId8"/>
                <a:stretch>
                  <a:fillRect l="-1075" t="-8197" b="-24590"/>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0" name="ZoneTexte 19">
                <a:extLst>
                  <a:ext uri="{FF2B5EF4-FFF2-40B4-BE49-F238E27FC236}">
                    <a16:creationId xmlns:a16="http://schemas.microsoft.com/office/drawing/2014/main" id="{9370011C-8A21-F9FB-5506-0651B5990D91}"/>
                  </a:ext>
                </a:extLst>
              </p:cNvPr>
              <p:cNvSpPr txBox="1"/>
              <p:nvPr/>
            </p:nvSpPr>
            <p:spPr>
              <a:xfrm>
                <a:off x="2944053" y="4335399"/>
                <a:ext cx="3299686" cy="69365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fr-FR" b="0" i="1" dirty="0" smtClean="0">
                              <a:latin typeface="Cambria Math" panose="02040503050406030204" pitchFamily="18" charset="0"/>
                            </a:rPr>
                          </m:ctrlPr>
                        </m:fPr>
                        <m:num>
                          <m:sSub>
                            <m:sSubPr>
                              <m:ctrlPr>
                                <a:rPr lang="fr-FR" b="0" i="1" dirty="0" smtClean="0">
                                  <a:latin typeface="Cambria Math" panose="02040503050406030204" pitchFamily="18" charset="0"/>
                                </a:rPr>
                              </m:ctrlPr>
                            </m:sSubPr>
                            <m:e>
                              <m:r>
                                <a:rPr lang="fr-FR" b="0" i="1" dirty="0" smtClean="0">
                                  <a:latin typeface="Cambria Math" panose="02040503050406030204" pitchFamily="18" charset="0"/>
                                </a:rPr>
                                <m:t>𝐹</m:t>
                              </m:r>
                            </m:e>
                            <m:sub>
                              <m:r>
                                <a:rPr lang="fr-FR" b="0" i="1" dirty="0" smtClean="0">
                                  <a:latin typeface="Cambria Math" panose="02040503050406030204" pitchFamily="18" charset="0"/>
                                </a:rPr>
                                <m:t>𝑣</m:t>
                              </m:r>
                            </m:sub>
                          </m:sSub>
                        </m:num>
                        <m:den>
                          <m:sSub>
                            <m:sSubPr>
                              <m:ctrlPr>
                                <a:rPr lang="fr-FR" b="0" i="1" dirty="0" smtClean="0">
                                  <a:latin typeface="Cambria Math" panose="02040503050406030204" pitchFamily="18" charset="0"/>
                                </a:rPr>
                              </m:ctrlPr>
                            </m:sSubPr>
                            <m:e>
                              <m:r>
                                <a:rPr lang="fr-FR" b="0" i="1" dirty="0" smtClean="0">
                                  <a:latin typeface="Cambria Math" panose="02040503050406030204" pitchFamily="18" charset="0"/>
                                </a:rPr>
                                <m:t>𝐹</m:t>
                              </m:r>
                            </m:e>
                            <m:sub>
                              <m:r>
                                <a:rPr lang="fr-FR" b="0" i="1" dirty="0" smtClean="0">
                                  <a:latin typeface="Cambria Math" panose="02040503050406030204" pitchFamily="18" charset="0"/>
                                </a:rPr>
                                <m:t>𝑀</m:t>
                              </m:r>
                            </m:sub>
                          </m:sSub>
                        </m:den>
                      </m:f>
                      <m:r>
                        <a:rPr lang="fr-FR" b="0" i="1" dirty="0" smtClean="0">
                          <a:latin typeface="Cambria Math" panose="02040503050406030204" pitchFamily="18" charset="0"/>
                        </a:rPr>
                        <m:t>=</m:t>
                      </m:r>
                      <m:sSubSup>
                        <m:sSubSupPr>
                          <m:ctrlPr>
                            <a:rPr lang="fr-FR" b="0" i="1" smtClean="0">
                              <a:latin typeface="Cambria Math" panose="02040503050406030204" pitchFamily="18" charset="0"/>
                            </a:rPr>
                          </m:ctrlPr>
                        </m:sSubSupPr>
                        <m:e>
                          <m:r>
                            <m:rPr>
                              <m:sty m:val="p"/>
                            </m:rPr>
                            <a:rPr lang="en-US" b="0" i="0" smtClean="0">
                              <a:latin typeface="Cambria Math" panose="02040503050406030204" pitchFamily="18" charset="0"/>
                            </a:rPr>
                            <m:t>Φ</m:t>
                          </m:r>
                        </m:e>
                        <m:sub>
                          <m:r>
                            <a:rPr lang="fr-FR" b="0" i="1" smtClean="0">
                              <a:latin typeface="Cambria Math" panose="02040503050406030204" pitchFamily="18" charset="0"/>
                            </a:rPr>
                            <m:t>𝑃𝑆𝐼𝐼</m:t>
                          </m:r>
                        </m:sub>
                        <m:sup>
                          <m:r>
                            <m:rPr>
                              <m:sty m:val="p"/>
                            </m:rPr>
                            <a:rPr lang="fr-FR" b="0" i="0" smtClean="0">
                              <a:latin typeface="Cambria Math" panose="02040503050406030204" pitchFamily="18" charset="0"/>
                            </a:rPr>
                            <m:t>max</m:t>
                          </m:r>
                        </m:sup>
                      </m:sSubSup>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fr-FR" b="0" i="1" smtClean="0">
                                  <a:latin typeface="Cambria Math" panose="02040503050406030204" pitchFamily="18" charset="0"/>
                                </a:rPr>
                                <m:t>𝑃</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𝐹</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𝑃</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𝑁𝑃𝑄</m:t>
                              </m:r>
                            </m:sub>
                          </m:sSub>
                        </m:den>
                      </m:f>
                    </m:oMath>
                  </m:oMathPara>
                </a14:m>
                <a:endParaRPr lang="en-US" dirty="0"/>
              </a:p>
            </p:txBody>
          </p:sp>
        </mc:Choice>
        <mc:Fallback xmlns="">
          <p:sp>
            <p:nvSpPr>
              <p:cNvPr id="20" name="ZoneTexte 19">
                <a:extLst>
                  <a:ext uri="{FF2B5EF4-FFF2-40B4-BE49-F238E27FC236}">
                    <a16:creationId xmlns:a16="http://schemas.microsoft.com/office/drawing/2014/main" id="{9370011C-8A21-F9FB-5506-0651B5990D91}"/>
                  </a:ext>
                </a:extLst>
              </p:cNvPr>
              <p:cNvSpPr txBox="1">
                <a:spLocks noRot="1" noChangeAspect="1" noMove="1" noResize="1" noEditPoints="1" noAdjustHandles="1" noChangeArrowheads="1" noChangeShapeType="1" noTextEdit="1"/>
              </p:cNvSpPr>
              <p:nvPr/>
            </p:nvSpPr>
            <p:spPr>
              <a:xfrm>
                <a:off x="2944053" y="4335399"/>
                <a:ext cx="3299686" cy="693651"/>
              </a:xfrm>
              <a:prstGeom prst="rect">
                <a:avLst/>
              </a:prstGeom>
              <a:blipFill>
                <a:blip r:embed="rId9"/>
                <a:stretch>
                  <a:fillRect/>
                </a:stretch>
              </a:blipFill>
            </p:spPr>
            <p:txBody>
              <a:bodyPr/>
              <a:lstStyle/>
              <a:p>
                <a:r>
                  <a:rPr lang="en-GB">
                    <a:noFill/>
                  </a:rPr>
                  <a:t> </a:t>
                </a:r>
              </a:p>
            </p:txBody>
          </p:sp>
        </mc:Fallback>
      </mc:AlternateContent>
      <p:sp>
        <p:nvSpPr>
          <p:cNvPr id="4" name="ZoneTexte 1">
            <a:extLst>
              <a:ext uri="{FF2B5EF4-FFF2-40B4-BE49-F238E27FC236}">
                <a16:creationId xmlns:a16="http://schemas.microsoft.com/office/drawing/2014/main" id="{EBDDB8F4-151E-C9A5-2916-324A7CD317E8}"/>
              </a:ext>
            </a:extLst>
          </p:cNvPr>
          <p:cNvSpPr txBox="1"/>
          <p:nvPr/>
        </p:nvSpPr>
        <p:spPr>
          <a:xfrm>
            <a:off x="7175147" y="437577"/>
            <a:ext cx="1760385" cy="276999"/>
          </a:xfrm>
          <a:prstGeom prst="rect">
            <a:avLst/>
          </a:prstGeom>
          <a:solidFill>
            <a:schemeClr val="bg1">
              <a:lumMod val="75000"/>
            </a:schemeClr>
          </a:solidFill>
          <a:ln>
            <a:solidFill>
              <a:schemeClr val="tx1"/>
            </a:solidFill>
          </a:ln>
        </p:spPr>
        <p:txBody>
          <a:bodyPr wrap="square" rtlCol="0">
            <a:spAutoFit/>
          </a:bodyPr>
          <a:lstStyle/>
          <a:p>
            <a:pPr algn="ctr"/>
            <a:r>
              <a:rPr lang="fr-FR" sz="1200" dirty="0" err="1">
                <a:latin typeface="Times New Roman" panose="02020603050405020304" pitchFamily="18" charset="0"/>
                <a:cs typeface="Times New Roman" panose="02020603050405020304" pitchFamily="18" charset="0"/>
              </a:rPr>
              <a:t>Dark-adapted</a:t>
            </a:r>
            <a:endParaRPr lang="en-US" sz="1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9566275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9132CC7-AA8B-66F3-F733-AB9CA33DB8D7}"/>
              </a:ext>
            </a:extLst>
          </p:cNvPr>
          <p:cNvSpPr>
            <a:spLocks noGrp="1"/>
          </p:cNvSpPr>
          <p:nvPr>
            <p:ph type="title"/>
          </p:nvPr>
        </p:nvSpPr>
        <p:spPr/>
        <p:txBody>
          <a:bodyPr/>
          <a:lstStyle/>
          <a:p>
            <a:r>
              <a:rPr lang="fr-FR" dirty="0"/>
              <a:t>Fluorescence </a:t>
            </a:r>
            <a:r>
              <a:rPr lang="fr-FR" dirty="0" err="1"/>
              <a:t>from</a:t>
            </a:r>
            <a:r>
              <a:rPr lang="fr-FR" dirty="0"/>
              <a:t> </a:t>
            </a:r>
            <a:r>
              <a:rPr lang="fr-FR" dirty="0" err="1"/>
              <a:t>dark-adapted</a:t>
            </a:r>
            <a:r>
              <a:rPr lang="fr-FR" dirty="0"/>
              <a:t> </a:t>
            </a:r>
            <a:r>
              <a:rPr lang="fr-FR" dirty="0" err="1"/>
              <a:t>cells</a:t>
            </a:r>
            <a:endParaRPr lang="en-GB" dirty="0"/>
          </a:p>
        </p:txBody>
      </p:sp>
      <p:sp>
        <p:nvSpPr>
          <p:cNvPr id="3" name="Espace réservé du numéro de diapositive 2">
            <a:extLst>
              <a:ext uri="{FF2B5EF4-FFF2-40B4-BE49-F238E27FC236}">
                <a16:creationId xmlns:a16="http://schemas.microsoft.com/office/drawing/2014/main" id="{6DDE7D9D-D5F6-AB34-9622-82116E3557A7}"/>
              </a:ext>
            </a:extLst>
          </p:cNvPr>
          <p:cNvSpPr>
            <a:spLocks noGrp="1"/>
          </p:cNvSpPr>
          <p:nvPr>
            <p:ph type="sldNum" sz="quarter" idx="12"/>
          </p:nvPr>
        </p:nvSpPr>
        <p:spPr/>
        <p:txBody>
          <a:bodyPr/>
          <a:lstStyle/>
          <a:p>
            <a:fld id="{E9791B11-EC80-479C-9EB2-AD35BA691394}" type="slidenum">
              <a:rPr lang="fr-FR" smtClean="0"/>
              <a:pPr/>
              <a:t>9</a:t>
            </a:fld>
            <a:endParaRPr lang="fr-FR" dirty="0"/>
          </a:p>
        </p:txBody>
      </p:sp>
      <p:grpSp>
        <p:nvGrpSpPr>
          <p:cNvPr id="14" name="Groupe 13">
            <a:extLst>
              <a:ext uri="{FF2B5EF4-FFF2-40B4-BE49-F238E27FC236}">
                <a16:creationId xmlns:a16="http://schemas.microsoft.com/office/drawing/2014/main" id="{7E6B5C05-21F8-90C1-47DA-5AB1CFC655E1}"/>
              </a:ext>
            </a:extLst>
          </p:cNvPr>
          <p:cNvGrpSpPr/>
          <p:nvPr/>
        </p:nvGrpSpPr>
        <p:grpSpPr>
          <a:xfrm>
            <a:off x="64154" y="422768"/>
            <a:ext cx="1644660" cy="1245429"/>
            <a:chOff x="64154" y="422768"/>
            <a:chExt cx="1644660" cy="1245429"/>
          </a:xfrm>
        </p:grpSpPr>
        <p:pic>
          <p:nvPicPr>
            <p:cNvPr id="13" name="Image 12">
              <a:extLst>
                <a:ext uri="{FF2B5EF4-FFF2-40B4-BE49-F238E27FC236}">
                  <a16:creationId xmlns:a16="http://schemas.microsoft.com/office/drawing/2014/main" id="{D9BAF9C5-63F8-10C6-FF19-98FDA1E2A82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8468" y="422768"/>
              <a:ext cx="1500346" cy="1180600"/>
            </a:xfrm>
            <a:prstGeom prst="rect">
              <a:avLst/>
            </a:prstGeom>
          </p:spPr>
        </p:pic>
        <p:sp>
          <p:nvSpPr>
            <p:cNvPr id="7" name="Rounded Rectangle 30">
              <a:extLst>
                <a:ext uri="{FF2B5EF4-FFF2-40B4-BE49-F238E27FC236}">
                  <a16:creationId xmlns:a16="http://schemas.microsoft.com/office/drawing/2014/main" id="{1064BF9B-4E9D-C89B-5C7C-519C4112301D}"/>
                </a:ext>
              </a:extLst>
            </p:cNvPr>
            <p:cNvSpPr/>
            <p:nvPr/>
          </p:nvSpPr>
          <p:spPr>
            <a:xfrm>
              <a:off x="1351805" y="1338775"/>
              <a:ext cx="329346" cy="206312"/>
            </a:xfrm>
            <a:prstGeom prst="roundRect">
              <a:avLst>
                <a:gd name="adj" fmla="val 21627"/>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800" dirty="0">
                  <a:solidFill>
                    <a:srgbClr val="A12018"/>
                  </a:solidFill>
                  <a:latin typeface="Times New Roman" panose="02020603050405020304" pitchFamily="18" charset="0"/>
                  <a:cs typeface="Times New Roman" panose="02020603050405020304" pitchFamily="18" charset="0"/>
                </a:rPr>
                <a:t>NPQ</a:t>
              </a:r>
            </a:p>
          </p:txBody>
        </p:sp>
        <p:sp>
          <p:nvSpPr>
            <p:cNvPr id="8" name="Rounded Rectangle 30">
              <a:extLst>
                <a:ext uri="{FF2B5EF4-FFF2-40B4-BE49-F238E27FC236}">
                  <a16:creationId xmlns:a16="http://schemas.microsoft.com/office/drawing/2014/main" id="{DB7C33A0-95CC-A986-E157-601280B5A02C}"/>
                </a:ext>
              </a:extLst>
            </p:cNvPr>
            <p:cNvSpPr/>
            <p:nvPr/>
          </p:nvSpPr>
          <p:spPr>
            <a:xfrm>
              <a:off x="209108" y="1385094"/>
              <a:ext cx="375727" cy="206312"/>
            </a:xfrm>
            <a:prstGeom prst="roundRect">
              <a:avLst>
                <a:gd name="adj" fmla="val 21627"/>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800" dirty="0">
                  <a:solidFill>
                    <a:srgbClr val="FF0000"/>
                  </a:solidFill>
                  <a:latin typeface="Times New Roman" panose="02020603050405020304" pitchFamily="18" charset="0"/>
                  <a:cs typeface="Times New Roman" panose="02020603050405020304" pitchFamily="18" charset="0"/>
                </a:rPr>
                <a:t>Fluo</a:t>
              </a:r>
            </a:p>
          </p:txBody>
        </p:sp>
        <p:sp>
          <p:nvSpPr>
            <p:cNvPr id="9" name="Rounded Rectangle 30">
              <a:extLst>
                <a:ext uri="{FF2B5EF4-FFF2-40B4-BE49-F238E27FC236}">
                  <a16:creationId xmlns:a16="http://schemas.microsoft.com/office/drawing/2014/main" id="{52595625-BE54-0D03-A86C-DCE16E58DC4A}"/>
                </a:ext>
              </a:extLst>
            </p:cNvPr>
            <p:cNvSpPr/>
            <p:nvPr/>
          </p:nvSpPr>
          <p:spPr>
            <a:xfrm>
              <a:off x="630035" y="1134421"/>
              <a:ext cx="657211" cy="307510"/>
            </a:xfrm>
            <a:prstGeom prst="roundRect">
              <a:avLst>
                <a:gd name="adj" fmla="val 21627"/>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800" dirty="0" err="1">
                  <a:solidFill>
                    <a:schemeClr val="accent2"/>
                  </a:solidFill>
                  <a:latin typeface="Times New Roman" panose="02020603050405020304" pitchFamily="18" charset="0"/>
                  <a:cs typeface="Times New Roman" panose="02020603050405020304" pitchFamily="18" charset="0"/>
                </a:rPr>
                <a:t>Photochemical</a:t>
              </a:r>
              <a:r>
                <a:rPr lang="fr-FR" sz="800" dirty="0">
                  <a:solidFill>
                    <a:schemeClr val="accent2"/>
                  </a:solidFill>
                  <a:latin typeface="Times New Roman" panose="02020603050405020304" pitchFamily="18" charset="0"/>
                  <a:cs typeface="Times New Roman" panose="02020603050405020304" pitchFamily="18" charset="0"/>
                </a:rPr>
                <a:t> </a:t>
              </a:r>
              <a:r>
                <a:rPr lang="fr-FR" sz="800" dirty="0" err="1">
                  <a:solidFill>
                    <a:schemeClr val="accent2"/>
                  </a:solidFill>
                  <a:latin typeface="Times New Roman" panose="02020603050405020304" pitchFamily="18" charset="0"/>
                  <a:cs typeface="Times New Roman" panose="02020603050405020304" pitchFamily="18" charset="0"/>
                </a:rPr>
                <a:t>Quenching</a:t>
              </a:r>
              <a:endParaRPr lang="fr-FR" sz="800" dirty="0">
                <a:solidFill>
                  <a:schemeClr val="accent2"/>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0" name="ZoneTexte 9">
                  <a:extLst>
                    <a:ext uri="{FF2B5EF4-FFF2-40B4-BE49-F238E27FC236}">
                      <a16:creationId xmlns:a16="http://schemas.microsoft.com/office/drawing/2014/main" id="{FBBAE22E-D4C3-9A67-6A12-D06F7A36FBF0}"/>
                    </a:ext>
                  </a:extLst>
                </p:cNvPr>
                <p:cNvSpPr txBox="1"/>
                <p:nvPr/>
              </p:nvSpPr>
              <p:spPr>
                <a:xfrm>
                  <a:off x="64154" y="1155512"/>
                  <a:ext cx="355097" cy="24622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fr-FR" sz="1000" b="0" i="1" smtClean="0">
                                <a:solidFill>
                                  <a:srgbClr val="FF0000"/>
                                </a:solidFill>
                                <a:latin typeface="Cambria Math" panose="02040503050406030204" pitchFamily="18" charset="0"/>
                              </a:rPr>
                            </m:ctrlPr>
                          </m:sSubPr>
                          <m:e>
                            <m:r>
                              <a:rPr lang="fr-FR" sz="1000" b="0" i="1" smtClean="0">
                                <a:solidFill>
                                  <a:srgbClr val="FF0000"/>
                                </a:solidFill>
                                <a:latin typeface="Cambria Math" panose="02040503050406030204" pitchFamily="18" charset="0"/>
                              </a:rPr>
                              <m:t>𝑘</m:t>
                            </m:r>
                          </m:e>
                          <m:sub>
                            <m:r>
                              <a:rPr lang="fr-FR" sz="1000" b="0" i="1" smtClean="0">
                                <a:solidFill>
                                  <a:srgbClr val="FF0000"/>
                                </a:solidFill>
                                <a:latin typeface="Cambria Math" panose="02040503050406030204" pitchFamily="18" charset="0"/>
                              </a:rPr>
                              <m:t>𝐹</m:t>
                            </m:r>
                          </m:sub>
                        </m:sSub>
                      </m:oMath>
                    </m:oMathPara>
                  </a14:m>
                  <a:endParaRPr lang="en-GB" sz="1000" dirty="0">
                    <a:solidFill>
                      <a:srgbClr val="FF0000"/>
                    </a:solidFill>
                  </a:endParaRPr>
                </a:p>
              </p:txBody>
            </p:sp>
          </mc:Choice>
          <mc:Fallback xmlns="">
            <p:sp>
              <p:nvSpPr>
                <p:cNvPr id="10" name="ZoneTexte 9">
                  <a:extLst>
                    <a:ext uri="{FF2B5EF4-FFF2-40B4-BE49-F238E27FC236}">
                      <a16:creationId xmlns:a16="http://schemas.microsoft.com/office/drawing/2014/main" id="{FBBAE22E-D4C3-9A67-6A12-D06F7A36FBF0}"/>
                    </a:ext>
                  </a:extLst>
                </p:cNvPr>
                <p:cNvSpPr txBox="1">
                  <a:spLocks noRot="1" noChangeAspect="1" noMove="1" noResize="1" noEditPoints="1" noAdjustHandles="1" noChangeArrowheads="1" noChangeShapeType="1" noTextEdit="1"/>
                </p:cNvSpPr>
                <p:nvPr/>
              </p:nvSpPr>
              <p:spPr>
                <a:xfrm>
                  <a:off x="64154" y="1155512"/>
                  <a:ext cx="355097" cy="246221"/>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1" name="ZoneTexte 10">
                  <a:extLst>
                    <a:ext uri="{FF2B5EF4-FFF2-40B4-BE49-F238E27FC236}">
                      <a16:creationId xmlns:a16="http://schemas.microsoft.com/office/drawing/2014/main" id="{1887035A-63DC-C860-7069-1A38E9127948}"/>
                    </a:ext>
                  </a:extLst>
                </p:cNvPr>
                <p:cNvSpPr txBox="1"/>
                <p:nvPr/>
              </p:nvSpPr>
              <p:spPr>
                <a:xfrm>
                  <a:off x="668174" y="1421976"/>
                  <a:ext cx="596702" cy="24622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fr-FR" sz="1000" b="0" i="1" smtClean="0">
                                <a:solidFill>
                                  <a:schemeClr val="accent2"/>
                                </a:solidFill>
                                <a:latin typeface="Cambria Math" panose="02040503050406030204" pitchFamily="18" charset="0"/>
                              </a:rPr>
                            </m:ctrlPr>
                          </m:sSubSupPr>
                          <m:e>
                            <m:r>
                              <a:rPr lang="fr-FR" sz="1000" b="0" i="1" smtClean="0">
                                <a:solidFill>
                                  <a:schemeClr val="accent2"/>
                                </a:solidFill>
                                <a:latin typeface="Cambria Math" panose="02040503050406030204" pitchFamily="18" charset="0"/>
                              </a:rPr>
                              <m:t>𝑘</m:t>
                            </m:r>
                          </m:e>
                          <m:sub>
                            <m:r>
                              <a:rPr lang="fr-FR" sz="1000" b="0" i="1" smtClean="0">
                                <a:solidFill>
                                  <a:schemeClr val="accent2"/>
                                </a:solidFill>
                                <a:latin typeface="Cambria Math" panose="02040503050406030204" pitchFamily="18" charset="0"/>
                              </a:rPr>
                              <m:t>𝑃</m:t>
                            </m:r>
                          </m:sub>
                          <m:sup>
                            <m:r>
                              <a:rPr lang="fr-FR" sz="1000" b="0" i="1" smtClean="0">
                                <a:solidFill>
                                  <a:schemeClr val="accent2"/>
                                </a:solidFill>
                                <a:latin typeface="Cambria Math" panose="02040503050406030204" pitchFamily="18" charset="0"/>
                              </a:rPr>
                              <m:t>′</m:t>
                            </m:r>
                          </m:sup>
                        </m:sSubSup>
                        <m:d>
                          <m:dPr>
                            <m:begChr m:val="["/>
                            <m:endChr m:val="]"/>
                            <m:ctrlPr>
                              <a:rPr lang="fr-FR" sz="1000" b="0" i="1" smtClean="0">
                                <a:solidFill>
                                  <a:schemeClr val="accent2"/>
                                </a:solidFill>
                                <a:latin typeface="Cambria Math" panose="02040503050406030204" pitchFamily="18" charset="0"/>
                              </a:rPr>
                            </m:ctrlPr>
                          </m:dPr>
                          <m:e>
                            <m:sSub>
                              <m:sSubPr>
                                <m:ctrlPr>
                                  <a:rPr lang="fr-FR" sz="1000" b="0" i="1" smtClean="0">
                                    <a:solidFill>
                                      <a:schemeClr val="accent2"/>
                                    </a:solidFill>
                                    <a:latin typeface="Cambria Math" panose="02040503050406030204" pitchFamily="18" charset="0"/>
                                  </a:rPr>
                                </m:ctrlPr>
                              </m:sSubPr>
                              <m:e>
                                <m:r>
                                  <a:rPr lang="fr-FR" sz="1000" b="0" i="1" smtClean="0">
                                    <a:solidFill>
                                      <a:schemeClr val="accent2"/>
                                    </a:solidFill>
                                    <a:latin typeface="Cambria Math" panose="02040503050406030204" pitchFamily="18" charset="0"/>
                                  </a:rPr>
                                  <m:t>𝑄</m:t>
                                </m:r>
                              </m:e>
                              <m:sub>
                                <m:r>
                                  <a:rPr lang="fr-FR" sz="1000" b="0" i="1" smtClean="0">
                                    <a:solidFill>
                                      <a:schemeClr val="accent2"/>
                                    </a:solidFill>
                                    <a:latin typeface="Cambria Math" panose="02040503050406030204" pitchFamily="18" charset="0"/>
                                  </a:rPr>
                                  <m:t>𝐴</m:t>
                                </m:r>
                              </m:sub>
                            </m:sSub>
                          </m:e>
                        </m:d>
                      </m:oMath>
                    </m:oMathPara>
                  </a14:m>
                  <a:endParaRPr lang="en-GB" sz="1000" dirty="0">
                    <a:solidFill>
                      <a:schemeClr val="accent2"/>
                    </a:solidFill>
                  </a:endParaRPr>
                </a:p>
              </p:txBody>
            </p:sp>
          </mc:Choice>
          <mc:Fallback xmlns="">
            <p:sp>
              <p:nvSpPr>
                <p:cNvPr id="11" name="ZoneTexte 10">
                  <a:extLst>
                    <a:ext uri="{FF2B5EF4-FFF2-40B4-BE49-F238E27FC236}">
                      <a16:creationId xmlns:a16="http://schemas.microsoft.com/office/drawing/2014/main" id="{1887035A-63DC-C860-7069-1A38E9127948}"/>
                    </a:ext>
                  </a:extLst>
                </p:cNvPr>
                <p:cNvSpPr txBox="1">
                  <a:spLocks noRot="1" noChangeAspect="1" noMove="1" noResize="1" noEditPoints="1" noAdjustHandles="1" noChangeArrowheads="1" noChangeShapeType="1" noTextEdit="1"/>
                </p:cNvSpPr>
                <p:nvPr/>
              </p:nvSpPr>
              <p:spPr>
                <a:xfrm>
                  <a:off x="668174" y="1421976"/>
                  <a:ext cx="596702" cy="246221"/>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2" name="ZoneTexte 11">
                  <a:extLst>
                    <a:ext uri="{FF2B5EF4-FFF2-40B4-BE49-F238E27FC236}">
                      <a16:creationId xmlns:a16="http://schemas.microsoft.com/office/drawing/2014/main" id="{B8FC63B2-7144-3776-A4DF-6D58220866CE}"/>
                    </a:ext>
                  </a:extLst>
                </p:cNvPr>
                <p:cNvSpPr txBox="1"/>
                <p:nvPr/>
              </p:nvSpPr>
              <p:spPr>
                <a:xfrm>
                  <a:off x="1181222" y="972984"/>
                  <a:ext cx="492250" cy="26007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fr-FR" sz="1000" b="0" i="1" smtClean="0">
                                <a:solidFill>
                                  <a:srgbClr val="A12018"/>
                                </a:solidFill>
                                <a:latin typeface="Cambria Math" panose="02040503050406030204" pitchFamily="18" charset="0"/>
                              </a:rPr>
                            </m:ctrlPr>
                          </m:sSubSupPr>
                          <m:e>
                            <m:r>
                              <a:rPr lang="fr-FR" sz="1000" b="0" i="1" smtClean="0">
                                <a:solidFill>
                                  <a:srgbClr val="A12018"/>
                                </a:solidFill>
                                <a:latin typeface="Cambria Math" panose="02040503050406030204" pitchFamily="18" charset="0"/>
                              </a:rPr>
                              <m:t>𝑘</m:t>
                            </m:r>
                          </m:e>
                          <m:sub>
                            <m:r>
                              <a:rPr lang="fr-FR" sz="1000" b="0" i="1" smtClean="0">
                                <a:solidFill>
                                  <a:srgbClr val="A12018"/>
                                </a:solidFill>
                                <a:latin typeface="Cambria Math" panose="02040503050406030204" pitchFamily="18" charset="0"/>
                              </a:rPr>
                              <m:t>𝑁𝑃𝑄</m:t>
                            </m:r>
                          </m:sub>
                          <m:sup>
                            <m:r>
                              <a:rPr lang="fr-FR" sz="1000" b="0" i="1" smtClean="0">
                                <a:solidFill>
                                  <a:srgbClr val="A12018"/>
                                </a:solidFill>
                                <a:latin typeface="Cambria Math" panose="02040503050406030204" pitchFamily="18" charset="0"/>
                              </a:rPr>
                              <m:t>′</m:t>
                            </m:r>
                          </m:sup>
                        </m:sSubSup>
                      </m:oMath>
                    </m:oMathPara>
                  </a14:m>
                  <a:endParaRPr lang="en-GB" sz="1000" dirty="0">
                    <a:solidFill>
                      <a:srgbClr val="A12018"/>
                    </a:solidFill>
                  </a:endParaRPr>
                </a:p>
              </p:txBody>
            </p:sp>
          </mc:Choice>
          <mc:Fallback xmlns="">
            <p:sp>
              <p:nvSpPr>
                <p:cNvPr id="12" name="ZoneTexte 11">
                  <a:extLst>
                    <a:ext uri="{FF2B5EF4-FFF2-40B4-BE49-F238E27FC236}">
                      <a16:creationId xmlns:a16="http://schemas.microsoft.com/office/drawing/2014/main" id="{B8FC63B2-7144-3776-A4DF-6D58220866CE}"/>
                    </a:ext>
                  </a:extLst>
                </p:cNvPr>
                <p:cNvSpPr txBox="1">
                  <a:spLocks noRot="1" noChangeAspect="1" noMove="1" noResize="1" noEditPoints="1" noAdjustHandles="1" noChangeArrowheads="1" noChangeShapeType="1" noTextEdit="1"/>
                </p:cNvSpPr>
                <p:nvPr/>
              </p:nvSpPr>
              <p:spPr>
                <a:xfrm>
                  <a:off x="1181222" y="972984"/>
                  <a:ext cx="492250" cy="260071"/>
                </a:xfrm>
                <a:prstGeom prst="rect">
                  <a:avLst/>
                </a:prstGeom>
                <a:blipFill>
                  <a:blip r:embed="rId5"/>
                  <a:stretch>
                    <a:fillRect/>
                  </a:stretch>
                </a:blipFill>
              </p:spPr>
              <p:txBody>
                <a:bodyPr/>
                <a:lstStyle/>
                <a:p>
                  <a:r>
                    <a:rPr lang="en-GB">
                      <a:noFill/>
                    </a:rPr>
                    <a:t> </a:t>
                  </a:r>
                </a:p>
              </p:txBody>
            </p:sp>
          </mc:Fallback>
        </mc:AlternateContent>
      </p:grpSp>
      <mc:AlternateContent xmlns:mc="http://schemas.openxmlformats.org/markup-compatibility/2006" xmlns:a14="http://schemas.microsoft.com/office/drawing/2010/main">
        <mc:Choice Requires="a14">
          <p:sp>
            <p:nvSpPr>
              <p:cNvPr id="19" name="ZoneTexte 18">
                <a:extLst>
                  <a:ext uri="{FF2B5EF4-FFF2-40B4-BE49-F238E27FC236}">
                    <a16:creationId xmlns:a16="http://schemas.microsoft.com/office/drawing/2014/main" id="{14DAC877-223C-FBD3-83D4-DFE62A49BB5B}"/>
                  </a:ext>
                </a:extLst>
              </p:cNvPr>
              <p:cNvSpPr txBox="1"/>
              <p:nvPr/>
            </p:nvSpPr>
            <p:spPr>
              <a:xfrm>
                <a:off x="1748084" y="2731494"/>
                <a:ext cx="5427063" cy="667747"/>
              </a:xfrm>
              <a:prstGeom prst="rect">
                <a:avLst/>
              </a:prstGeom>
              <a:noFill/>
            </p:spPr>
            <p:txBody>
              <a:bodyPr wrap="none" rtlCol="0">
                <a:spAutoFit/>
              </a:bodyPr>
              <a:lstStyle/>
              <a:p>
                <a:pPr algn="ctr"/>
                <a14:m>
                  <m:oMath xmlns:m="http://schemas.openxmlformats.org/officeDocument/2006/math">
                    <m:sSubSup>
                      <m:sSubSupPr>
                        <m:ctrlPr>
                          <a:rPr lang="fr-FR" b="0" i="1" smtClean="0">
                            <a:latin typeface="Cambria Math" panose="02040503050406030204" pitchFamily="18" charset="0"/>
                          </a:rPr>
                        </m:ctrlPr>
                      </m:sSubSupPr>
                      <m:e>
                        <m:r>
                          <a:rPr lang="fr-FR" b="0" i="1" smtClean="0">
                            <a:latin typeface="Cambria Math" panose="02040503050406030204" pitchFamily="18" charset="0"/>
                          </a:rPr>
                          <m:t>𝐹</m:t>
                        </m:r>
                      </m:e>
                      <m:sub>
                        <m:r>
                          <a:rPr lang="fr-FR" b="0" i="1" smtClean="0">
                            <a:latin typeface="Cambria Math" panose="02040503050406030204" pitchFamily="18" charset="0"/>
                          </a:rPr>
                          <m:t>𝑣</m:t>
                        </m:r>
                      </m:sub>
                      <m:sup>
                        <m:r>
                          <a:rPr lang="fr-FR" b="0" i="1" smtClean="0">
                            <a:latin typeface="Cambria Math" panose="02040503050406030204" pitchFamily="18" charset="0"/>
                          </a:rPr>
                          <m:t>′</m:t>
                        </m:r>
                      </m:sup>
                    </m:sSubSup>
                    <m:r>
                      <a:rPr lang="fr-FR" b="0" i="1" smtClean="0">
                        <a:latin typeface="Cambria Math" panose="02040503050406030204" pitchFamily="18" charset="0"/>
                      </a:rPr>
                      <m:t>=</m:t>
                    </m:r>
                    <m:sSubSup>
                      <m:sSubSupPr>
                        <m:ctrlPr>
                          <a:rPr lang="fr-FR" b="0" i="1" smtClean="0">
                            <a:latin typeface="Cambria Math" panose="02040503050406030204" pitchFamily="18" charset="0"/>
                          </a:rPr>
                        </m:ctrlPr>
                      </m:sSubSupPr>
                      <m:e>
                        <m:r>
                          <a:rPr lang="fr-FR" b="0" i="1" smtClean="0">
                            <a:latin typeface="Cambria Math" panose="02040503050406030204" pitchFamily="18" charset="0"/>
                          </a:rPr>
                          <m:t>𝐹</m:t>
                        </m:r>
                      </m:e>
                      <m:sub>
                        <m:r>
                          <a:rPr lang="fr-FR" b="0" i="1" smtClean="0">
                            <a:latin typeface="Cambria Math" panose="02040503050406030204" pitchFamily="18" charset="0"/>
                          </a:rPr>
                          <m:t>𝑀</m:t>
                        </m:r>
                      </m:sub>
                      <m:sup>
                        <m:r>
                          <a:rPr lang="fr-FR" b="0" i="1" smtClean="0">
                            <a:latin typeface="Cambria Math" panose="02040503050406030204" pitchFamily="18" charset="0"/>
                          </a:rPr>
                          <m:t>′</m:t>
                        </m:r>
                      </m:sup>
                    </m:sSubSup>
                    <m:r>
                      <a:rPr lang="fr-FR" b="0" i="1" smtClean="0">
                        <a:latin typeface="Cambria Math" panose="02040503050406030204" pitchFamily="18" charset="0"/>
                      </a:rPr>
                      <m:t>−</m:t>
                    </m:r>
                    <m:sSubSup>
                      <m:sSubSupPr>
                        <m:ctrlPr>
                          <a:rPr lang="fr-FR" b="0" i="1" smtClean="0">
                            <a:latin typeface="Cambria Math" panose="02040503050406030204" pitchFamily="18" charset="0"/>
                          </a:rPr>
                        </m:ctrlPr>
                      </m:sSubSupPr>
                      <m:e>
                        <m:r>
                          <a:rPr lang="fr-FR" b="0" i="1" smtClean="0">
                            <a:latin typeface="Cambria Math" panose="02040503050406030204" pitchFamily="18" charset="0"/>
                          </a:rPr>
                          <m:t>𝐹</m:t>
                        </m:r>
                      </m:e>
                      <m:sub>
                        <m:r>
                          <a:rPr lang="fr-FR" b="0" i="1" smtClean="0">
                            <a:latin typeface="Cambria Math" panose="02040503050406030204" pitchFamily="18" charset="0"/>
                          </a:rPr>
                          <m:t>0</m:t>
                        </m:r>
                      </m:sub>
                      <m:sup>
                        <m:r>
                          <a:rPr lang="fr-FR" b="0" i="1" smtClean="0">
                            <a:latin typeface="Cambria Math" panose="02040503050406030204" pitchFamily="18" charset="0"/>
                          </a:rPr>
                          <m:t>′</m:t>
                        </m:r>
                      </m:sup>
                    </m:sSubSup>
                  </m:oMath>
                </a14:m>
                <a:r>
                  <a:rPr lang="en-US" dirty="0"/>
                  <a:t>: variable fluorescence in light conditions</a:t>
                </a:r>
              </a:p>
              <a:p>
                <a:pPr algn="ctr"/>
                <a14:m>
                  <m:oMath xmlns:m="http://schemas.openxmlformats.org/officeDocument/2006/math">
                    <m:sSubSup>
                      <m:sSubSupPr>
                        <m:ctrlPr>
                          <a:rPr lang="fr-FR" b="0" i="1" smtClean="0">
                            <a:latin typeface="Cambria Math" panose="02040503050406030204" pitchFamily="18" charset="0"/>
                          </a:rPr>
                        </m:ctrlPr>
                      </m:sSubSupPr>
                      <m:e>
                        <m:r>
                          <a:rPr lang="fr-FR" b="0" i="1" smtClean="0">
                            <a:latin typeface="Cambria Math" panose="02040503050406030204" pitchFamily="18" charset="0"/>
                          </a:rPr>
                          <m:t>𝐹</m:t>
                        </m:r>
                      </m:e>
                      <m:sub>
                        <m:r>
                          <a:rPr lang="fr-FR" b="0" i="1" smtClean="0">
                            <a:latin typeface="Cambria Math" panose="02040503050406030204" pitchFamily="18" charset="0"/>
                          </a:rPr>
                          <m:t>𝑞</m:t>
                        </m:r>
                      </m:sub>
                      <m:sup>
                        <m:r>
                          <a:rPr lang="fr-FR" b="0" i="1" smtClean="0">
                            <a:latin typeface="Cambria Math" panose="02040503050406030204" pitchFamily="18" charset="0"/>
                          </a:rPr>
                          <m:t>′</m:t>
                        </m:r>
                      </m:sup>
                    </m:sSubSup>
                    <m:r>
                      <a:rPr lang="fr-FR" b="0" i="1" smtClean="0">
                        <a:latin typeface="Cambria Math" panose="02040503050406030204" pitchFamily="18" charset="0"/>
                      </a:rPr>
                      <m:t>=</m:t>
                    </m:r>
                    <m:sSubSup>
                      <m:sSubSupPr>
                        <m:ctrlPr>
                          <a:rPr lang="fr-FR" b="0" i="1" smtClean="0">
                            <a:latin typeface="Cambria Math" panose="02040503050406030204" pitchFamily="18" charset="0"/>
                          </a:rPr>
                        </m:ctrlPr>
                      </m:sSubSupPr>
                      <m:e>
                        <m:r>
                          <a:rPr lang="fr-FR" b="0" i="1" smtClean="0">
                            <a:latin typeface="Cambria Math" panose="02040503050406030204" pitchFamily="18" charset="0"/>
                          </a:rPr>
                          <m:t>𝐹</m:t>
                        </m:r>
                      </m:e>
                      <m:sub>
                        <m:r>
                          <a:rPr lang="fr-FR" b="0" i="1" smtClean="0">
                            <a:latin typeface="Cambria Math" panose="02040503050406030204" pitchFamily="18" charset="0"/>
                          </a:rPr>
                          <m:t>𝑀</m:t>
                        </m:r>
                      </m:sub>
                      <m:sup>
                        <m:r>
                          <a:rPr lang="fr-FR" b="0" i="1" smtClean="0">
                            <a:latin typeface="Cambria Math" panose="02040503050406030204" pitchFamily="18" charset="0"/>
                          </a:rPr>
                          <m:t>′</m:t>
                        </m:r>
                      </m:sup>
                    </m:sSubSup>
                    <m:r>
                      <a:rPr lang="fr-FR" b="0" i="1" smtClean="0">
                        <a:latin typeface="Cambria Math" panose="02040503050406030204" pitchFamily="18" charset="0"/>
                      </a:rPr>
                      <m:t>−</m:t>
                    </m:r>
                    <m:r>
                      <a:rPr lang="fr-FR" b="0" i="1" smtClean="0">
                        <a:latin typeface="Cambria Math" panose="02040503050406030204" pitchFamily="18" charset="0"/>
                      </a:rPr>
                      <m:t>𝐹</m:t>
                    </m:r>
                    <m:r>
                      <a:rPr lang="fr-FR" b="0" i="1" smtClean="0">
                        <a:latin typeface="Cambria Math" panose="02040503050406030204" pitchFamily="18" charset="0"/>
                      </a:rPr>
                      <m:t>′</m:t>
                    </m:r>
                  </m:oMath>
                </a14:m>
                <a:r>
                  <a:rPr lang="en-US" dirty="0"/>
                  <a:t>: quenched fluorescence in light conditions</a:t>
                </a:r>
              </a:p>
            </p:txBody>
          </p:sp>
        </mc:Choice>
        <mc:Fallback xmlns="">
          <p:sp>
            <p:nvSpPr>
              <p:cNvPr id="19" name="ZoneTexte 18">
                <a:extLst>
                  <a:ext uri="{FF2B5EF4-FFF2-40B4-BE49-F238E27FC236}">
                    <a16:creationId xmlns:a16="http://schemas.microsoft.com/office/drawing/2014/main" id="{14DAC877-223C-FBD3-83D4-DFE62A49BB5B}"/>
                  </a:ext>
                </a:extLst>
              </p:cNvPr>
              <p:cNvSpPr txBox="1">
                <a:spLocks noRot="1" noChangeAspect="1" noMove="1" noResize="1" noEditPoints="1" noAdjustHandles="1" noChangeArrowheads="1" noChangeShapeType="1" noTextEdit="1"/>
              </p:cNvSpPr>
              <p:nvPr/>
            </p:nvSpPr>
            <p:spPr>
              <a:xfrm>
                <a:off x="1748084" y="2731494"/>
                <a:ext cx="5427063" cy="667747"/>
              </a:xfrm>
              <a:prstGeom prst="rect">
                <a:avLst/>
              </a:prstGeom>
              <a:blipFill>
                <a:blip r:embed="rId6"/>
                <a:stretch>
                  <a:fillRect t="-4545" r="-449" b="-10000"/>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0" name="ZoneTexte 19">
                <a:extLst>
                  <a:ext uri="{FF2B5EF4-FFF2-40B4-BE49-F238E27FC236}">
                    <a16:creationId xmlns:a16="http://schemas.microsoft.com/office/drawing/2014/main" id="{9370011C-8A21-F9FB-5506-0651B5990D91}"/>
                  </a:ext>
                </a:extLst>
              </p:cNvPr>
              <p:cNvSpPr txBox="1"/>
              <p:nvPr/>
            </p:nvSpPr>
            <p:spPr>
              <a:xfrm>
                <a:off x="2839538" y="3487296"/>
                <a:ext cx="3464923" cy="72141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fr-FR" b="0" i="1" dirty="0" smtClean="0">
                              <a:latin typeface="Cambria Math" panose="02040503050406030204" pitchFamily="18" charset="0"/>
                            </a:rPr>
                          </m:ctrlPr>
                        </m:fPr>
                        <m:num>
                          <m:sSubSup>
                            <m:sSubSupPr>
                              <m:ctrlPr>
                                <a:rPr lang="fr-FR" b="0" i="1" dirty="0" smtClean="0">
                                  <a:latin typeface="Cambria Math" panose="02040503050406030204" pitchFamily="18" charset="0"/>
                                </a:rPr>
                              </m:ctrlPr>
                            </m:sSubSupPr>
                            <m:e>
                              <m:r>
                                <a:rPr lang="fr-FR" b="0" i="1" dirty="0" smtClean="0">
                                  <a:latin typeface="Cambria Math" panose="02040503050406030204" pitchFamily="18" charset="0"/>
                                </a:rPr>
                                <m:t>𝐹</m:t>
                              </m:r>
                            </m:e>
                            <m:sub>
                              <m:r>
                                <a:rPr lang="fr-FR" b="0" i="1" dirty="0" smtClean="0">
                                  <a:latin typeface="Cambria Math" panose="02040503050406030204" pitchFamily="18" charset="0"/>
                                </a:rPr>
                                <m:t>𝑣</m:t>
                              </m:r>
                            </m:sub>
                            <m:sup>
                              <m:r>
                                <a:rPr lang="fr-FR" b="0" i="1" dirty="0" smtClean="0">
                                  <a:latin typeface="Cambria Math" panose="02040503050406030204" pitchFamily="18" charset="0"/>
                                </a:rPr>
                                <m:t>′</m:t>
                              </m:r>
                            </m:sup>
                          </m:sSubSup>
                        </m:num>
                        <m:den>
                          <m:sSubSup>
                            <m:sSubSupPr>
                              <m:ctrlPr>
                                <a:rPr lang="fr-FR" b="0" i="1" dirty="0" smtClean="0">
                                  <a:latin typeface="Cambria Math" panose="02040503050406030204" pitchFamily="18" charset="0"/>
                                </a:rPr>
                              </m:ctrlPr>
                            </m:sSubSupPr>
                            <m:e>
                              <m:r>
                                <a:rPr lang="fr-FR" b="0" i="1" dirty="0" smtClean="0">
                                  <a:latin typeface="Cambria Math" panose="02040503050406030204" pitchFamily="18" charset="0"/>
                                </a:rPr>
                                <m:t>𝐹</m:t>
                              </m:r>
                            </m:e>
                            <m:sub>
                              <m:r>
                                <a:rPr lang="fr-FR" b="0" i="1" dirty="0" smtClean="0">
                                  <a:latin typeface="Cambria Math" panose="02040503050406030204" pitchFamily="18" charset="0"/>
                                </a:rPr>
                                <m:t>𝑀</m:t>
                              </m:r>
                            </m:sub>
                            <m:sup>
                              <m:r>
                                <a:rPr lang="fr-FR" b="0" i="1" dirty="0" smtClean="0">
                                  <a:latin typeface="Cambria Math" panose="02040503050406030204" pitchFamily="18" charset="0"/>
                                </a:rPr>
                                <m:t>′</m:t>
                              </m:r>
                            </m:sup>
                          </m:sSubSup>
                        </m:den>
                      </m:f>
                      <m:r>
                        <a:rPr lang="fr-FR" b="0" i="1" dirty="0" smtClean="0">
                          <a:latin typeface="Cambria Math" panose="02040503050406030204" pitchFamily="18" charset="0"/>
                        </a:rPr>
                        <m:t>=</m:t>
                      </m:r>
                      <m:sSubSup>
                        <m:sSubSupPr>
                          <m:ctrlPr>
                            <a:rPr lang="fr-FR" b="0" i="1" smtClean="0">
                              <a:latin typeface="Cambria Math" panose="02040503050406030204" pitchFamily="18" charset="0"/>
                            </a:rPr>
                          </m:ctrlPr>
                        </m:sSubSupPr>
                        <m:e>
                          <m:r>
                            <m:rPr>
                              <m:sty m:val="p"/>
                            </m:rPr>
                            <a:rPr lang="en-US" b="0" i="0" smtClean="0">
                              <a:latin typeface="Cambria Math" panose="02040503050406030204" pitchFamily="18" charset="0"/>
                            </a:rPr>
                            <m:t>Φ</m:t>
                          </m:r>
                        </m:e>
                        <m:sub>
                          <m:r>
                            <a:rPr lang="fr-FR" b="0" i="1" smtClean="0">
                              <a:latin typeface="Cambria Math" panose="02040503050406030204" pitchFamily="18" charset="0"/>
                            </a:rPr>
                            <m:t>𝑃𝑆𝐼𝐼</m:t>
                          </m:r>
                        </m:sub>
                        <m:sup>
                          <m:r>
                            <m:rPr>
                              <m:sty m:val="p"/>
                            </m:rPr>
                            <a:rPr lang="fr-FR" b="0" i="0" smtClean="0">
                              <a:latin typeface="Cambria Math" panose="02040503050406030204" pitchFamily="18" charset="0"/>
                            </a:rPr>
                            <m:t>max</m:t>
                          </m:r>
                        </m:sup>
                      </m:sSubSup>
                      <m:d>
                        <m:dPr>
                          <m:ctrlPr>
                            <a:rPr lang="fr-FR" b="0" i="1" smtClean="0">
                              <a:latin typeface="Cambria Math" panose="02040503050406030204" pitchFamily="18" charset="0"/>
                            </a:rPr>
                          </m:ctrlPr>
                        </m:dPr>
                        <m:e>
                          <m:r>
                            <a:rPr lang="fr-FR" b="0" i="1" smtClean="0">
                              <a:latin typeface="Cambria Math" panose="02040503050406030204" pitchFamily="18" charset="0"/>
                            </a:rPr>
                            <m:t>𝐼</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sSubSup>
                            <m:sSubSupPr>
                              <m:ctrlPr>
                                <a:rPr lang="fr-FR" b="0" i="1" smtClean="0">
                                  <a:latin typeface="Cambria Math" panose="02040503050406030204" pitchFamily="18" charset="0"/>
                                </a:rPr>
                              </m:ctrlPr>
                            </m:sSubSupPr>
                            <m:e>
                              <m:r>
                                <a:rPr lang="en-US" b="0" i="1" smtClean="0">
                                  <a:latin typeface="Cambria Math" panose="02040503050406030204" pitchFamily="18" charset="0"/>
                                </a:rPr>
                                <m:t>𝑘</m:t>
                              </m:r>
                            </m:e>
                            <m:sub>
                              <m:r>
                                <a:rPr lang="fr-FR" b="0" i="1" smtClean="0">
                                  <a:latin typeface="Cambria Math" panose="02040503050406030204" pitchFamily="18" charset="0"/>
                                </a:rPr>
                                <m:t>𝑃</m:t>
                              </m:r>
                            </m:sub>
                            <m:sup>
                              <m:r>
                                <a:rPr lang="fr-FR" b="0" i="1" smtClean="0">
                                  <a:latin typeface="Cambria Math" panose="02040503050406030204" pitchFamily="18" charset="0"/>
                                </a:rPr>
                                <m:t>′</m:t>
                              </m:r>
                            </m:sup>
                          </m:sSubSup>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𝐹</m:t>
                              </m:r>
                            </m:sub>
                          </m:sSub>
                          <m:r>
                            <a:rPr lang="en-US" b="0" i="1" smtClean="0">
                              <a:latin typeface="Cambria Math" panose="02040503050406030204" pitchFamily="18" charset="0"/>
                            </a:rPr>
                            <m:t>+</m:t>
                          </m:r>
                          <m:sSubSup>
                            <m:sSubSupPr>
                              <m:ctrlPr>
                                <a:rPr lang="fr-FR" b="0" i="1" smtClean="0">
                                  <a:latin typeface="Cambria Math" panose="02040503050406030204" pitchFamily="18" charset="0"/>
                                </a:rPr>
                              </m:ctrlPr>
                            </m:sSubSupPr>
                            <m:e>
                              <m:r>
                                <a:rPr lang="en-US" b="0" i="1" smtClean="0">
                                  <a:latin typeface="Cambria Math" panose="02040503050406030204" pitchFamily="18" charset="0"/>
                                </a:rPr>
                                <m:t>𝑘</m:t>
                              </m:r>
                            </m:e>
                            <m:sub>
                              <m:r>
                                <a:rPr lang="en-US" b="0" i="1" smtClean="0">
                                  <a:latin typeface="Cambria Math" panose="02040503050406030204" pitchFamily="18" charset="0"/>
                                </a:rPr>
                                <m:t>𝑃</m:t>
                              </m:r>
                            </m:sub>
                            <m:sup>
                              <m:r>
                                <a:rPr lang="fr-FR" b="0" i="1" smtClean="0">
                                  <a:latin typeface="Cambria Math" panose="02040503050406030204" pitchFamily="18" charset="0"/>
                                </a:rPr>
                                <m:t>′</m:t>
                              </m:r>
                            </m:sup>
                          </m:sSubSup>
                          <m:r>
                            <a:rPr lang="en-US" b="0" i="1" smtClean="0">
                              <a:latin typeface="Cambria Math" panose="02040503050406030204" pitchFamily="18" charset="0"/>
                            </a:rPr>
                            <m:t>+</m:t>
                          </m:r>
                          <m:sSubSup>
                            <m:sSubSupPr>
                              <m:ctrlPr>
                                <a:rPr lang="fr-FR" b="0" i="1" smtClean="0">
                                  <a:latin typeface="Cambria Math" panose="02040503050406030204" pitchFamily="18" charset="0"/>
                                </a:rPr>
                              </m:ctrlPr>
                            </m:sSubSupPr>
                            <m:e>
                              <m:r>
                                <a:rPr lang="en-US" b="0" i="1" smtClean="0">
                                  <a:latin typeface="Cambria Math" panose="02040503050406030204" pitchFamily="18" charset="0"/>
                                </a:rPr>
                                <m:t>𝑘</m:t>
                              </m:r>
                            </m:e>
                            <m:sub>
                              <m:r>
                                <a:rPr lang="en-US" b="0" i="1" smtClean="0">
                                  <a:latin typeface="Cambria Math" panose="02040503050406030204" pitchFamily="18" charset="0"/>
                                </a:rPr>
                                <m:t>𝑁𝑃𝑄</m:t>
                              </m:r>
                            </m:sub>
                            <m:sup>
                              <m:r>
                                <a:rPr lang="fr-FR" b="0" i="1" smtClean="0">
                                  <a:latin typeface="Cambria Math" panose="02040503050406030204" pitchFamily="18" charset="0"/>
                                </a:rPr>
                                <m:t>′</m:t>
                              </m:r>
                            </m:sup>
                          </m:sSubSup>
                        </m:den>
                      </m:f>
                    </m:oMath>
                  </m:oMathPara>
                </a14:m>
                <a:endParaRPr lang="en-US" dirty="0"/>
              </a:p>
            </p:txBody>
          </p:sp>
        </mc:Choice>
        <mc:Fallback xmlns="">
          <p:sp>
            <p:nvSpPr>
              <p:cNvPr id="20" name="ZoneTexte 19">
                <a:extLst>
                  <a:ext uri="{FF2B5EF4-FFF2-40B4-BE49-F238E27FC236}">
                    <a16:creationId xmlns:a16="http://schemas.microsoft.com/office/drawing/2014/main" id="{9370011C-8A21-F9FB-5506-0651B5990D91}"/>
                  </a:ext>
                </a:extLst>
              </p:cNvPr>
              <p:cNvSpPr txBox="1">
                <a:spLocks noRot="1" noChangeAspect="1" noMove="1" noResize="1" noEditPoints="1" noAdjustHandles="1" noChangeArrowheads="1" noChangeShapeType="1" noTextEdit="1"/>
              </p:cNvSpPr>
              <p:nvPr/>
            </p:nvSpPr>
            <p:spPr>
              <a:xfrm>
                <a:off x="2839538" y="3487296"/>
                <a:ext cx="3464923" cy="721416"/>
              </a:xfrm>
              <a:prstGeom prst="rect">
                <a:avLst/>
              </a:prstGeom>
              <a:blipFill>
                <a:blip r:embed="rId7"/>
                <a:stretch>
                  <a:fillRect/>
                </a:stretch>
              </a:blipFill>
            </p:spPr>
            <p:txBody>
              <a:bodyPr/>
              <a:lstStyle/>
              <a:p>
                <a:r>
                  <a:rPr lang="en-GB">
                    <a:noFill/>
                  </a:rPr>
                  <a:t> </a:t>
                </a:r>
              </a:p>
            </p:txBody>
          </p:sp>
        </mc:Fallback>
      </mc:AlternateContent>
      <p:pic>
        <p:nvPicPr>
          <p:cNvPr id="6" name="Image 5">
            <a:extLst>
              <a:ext uri="{FF2B5EF4-FFF2-40B4-BE49-F238E27FC236}">
                <a16:creationId xmlns:a16="http://schemas.microsoft.com/office/drawing/2014/main" id="{F36CDC69-0396-9F81-8865-CFAAF8DA7CE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301746" y="1013068"/>
            <a:ext cx="5753593" cy="1450017"/>
          </a:xfrm>
          <a:prstGeom prst="rect">
            <a:avLst/>
          </a:prstGeom>
        </p:spPr>
      </p:pic>
      <p:sp>
        <p:nvSpPr>
          <p:cNvPr id="15" name="ZoneTexte 1">
            <a:extLst>
              <a:ext uri="{FF2B5EF4-FFF2-40B4-BE49-F238E27FC236}">
                <a16:creationId xmlns:a16="http://schemas.microsoft.com/office/drawing/2014/main" id="{3D3BE2DC-A107-1914-A4A9-2926C4D9B990}"/>
              </a:ext>
            </a:extLst>
          </p:cNvPr>
          <p:cNvSpPr txBox="1"/>
          <p:nvPr/>
        </p:nvSpPr>
        <p:spPr>
          <a:xfrm>
            <a:off x="7175147" y="496084"/>
            <a:ext cx="1760385" cy="276999"/>
          </a:xfrm>
          <a:prstGeom prst="rect">
            <a:avLst/>
          </a:prstGeom>
          <a:solidFill>
            <a:schemeClr val="accent5">
              <a:lumMod val="40000"/>
              <a:lumOff val="60000"/>
            </a:schemeClr>
          </a:solidFill>
          <a:ln>
            <a:solidFill>
              <a:schemeClr val="tx1"/>
            </a:solidFill>
          </a:ln>
        </p:spPr>
        <p:txBody>
          <a:bodyPr wrap="square" rtlCol="0">
            <a:spAutoFit/>
          </a:bodyPr>
          <a:lstStyle/>
          <a:p>
            <a:pPr algn="ctr"/>
            <a:r>
              <a:rPr lang="fr-FR" sz="1200" dirty="0">
                <a:latin typeface="Times New Roman" panose="02020603050405020304" pitchFamily="18" charset="0"/>
                <a:cs typeface="Times New Roman" panose="02020603050405020304" pitchFamily="18" charset="0"/>
              </a:rPr>
              <a:t>Light-</a:t>
            </a:r>
            <a:r>
              <a:rPr lang="fr-FR" sz="1200" dirty="0" err="1">
                <a:latin typeface="Times New Roman" panose="02020603050405020304" pitchFamily="18" charset="0"/>
                <a:cs typeface="Times New Roman" panose="02020603050405020304" pitchFamily="18" charset="0"/>
              </a:rPr>
              <a:t>adapted</a:t>
            </a:r>
            <a:endParaRPr lang="en-US" sz="12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2" name="ZoneTexte 21">
                <a:extLst>
                  <a:ext uri="{FF2B5EF4-FFF2-40B4-BE49-F238E27FC236}">
                    <a16:creationId xmlns:a16="http://schemas.microsoft.com/office/drawing/2014/main" id="{A14D0738-E3D4-5ADE-B4C9-2E2DC754BEFF}"/>
                  </a:ext>
                </a:extLst>
              </p:cNvPr>
              <p:cNvSpPr txBox="1"/>
              <p:nvPr/>
            </p:nvSpPr>
            <p:spPr>
              <a:xfrm>
                <a:off x="2839538" y="4342816"/>
                <a:ext cx="3897670" cy="72141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fr-FR" b="0" i="1" dirty="0" smtClean="0">
                              <a:latin typeface="Cambria Math" panose="02040503050406030204" pitchFamily="18" charset="0"/>
                            </a:rPr>
                          </m:ctrlPr>
                        </m:fPr>
                        <m:num>
                          <m:sSubSup>
                            <m:sSubSupPr>
                              <m:ctrlPr>
                                <a:rPr lang="fr-FR" b="0" i="1" dirty="0" smtClean="0">
                                  <a:latin typeface="Cambria Math" panose="02040503050406030204" pitchFamily="18" charset="0"/>
                                </a:rPr>
                              </m:ctrlPr>
                            </m:sSubSupPr>
                            <m:e>
                              <m:r>
                                <a:rPr lang="fr-FR" b="0" i="1" dirty="0" smtClean="0">
                                  <a:latin typeface="Cambria Math" panose="02040503050406030204" pitchFamily="18" charset="0"/>
                                </a:rPr>
                                <m:t>𝐹</m:t>
                              </m:r>
                            </m:e>
                            <m:sub>
                              <m:r>
                                <a:rPr lang="fr-FR" b="0" i="1" dirty="0" smtClean="0">
                                  <a:latin typeface="Cambria Math" panose="02040503050406030204" pitchFamily="18" charset="0"/>
                                </a:rPr>
                                <m:t>𝑣</m:t>
                              </m:r>
                            </m:sub>
                            <m:sup>
                              <m:r>
                                <a:rPr lang="fr-FR" b="0" i="1" dirty="0" smtClean="0">
                                  <a:latin typeface="Cambria Math" panose="02040503050406030204" pitchFamily="18" charset="0"/>
                                </a:rPr>
                                <m:t>′</m:t>
                              </m:r>
                            </m:sup>
                          </m:sSubSup>
                        </m:num>
                        <m:den>
                          <m:sSubSup>
                            <m:sSubSupPr>
                              <m:ctrlPr>
                                <a:rPr lang="fr-FR" b="0" i="1" dirty="0" smtClean="0">
                                  <a:latin typeface="Cambria Math" panose="02040503050406030204" pitchFamily="18" charset="0"/>
                                </a:rPr>
                              </m:ctrlPr>
                            </m:sSubSupPr>
                            <m:e>
                              <m:r>
                                <a:rPr lang="fr-FR" b="0" i="1" dirty="0" smtClean="0">
                                  <a:latin typeface="Cambria Math" panose="02040503050406030204" pitchFamily="18" charset="0"/>
                                </a:rPr>
                                <m:t>𝐹</m:t>
                              </m:r>
                            </m:e>
                            <m:sub>
                              <m:r>
                                <a:rPr lang="fr-FR" b="0" i="1" dirty="0" smtClean="0">
                                  <a:latin typeface="Cambria Math" panose="02040503050406030204" pitchFamily="18" charset="0"/>
                                </a:rPr>
                                <m:t>𝑞</m:t>
                              </m:r>
                            </m:sub>
                            <m:sup>
                              <m:r>
                                <a:rPr lang="fr-FR" b="0" i="1" dirty="0" smtClean="0">
                                  <a:latin typeface="Cambria Math" panose="02040503050406030204" pitchFamily="18" charset="0"/>
                                </a:rPr>
                                <m:t>′</m:t>
                              </m:r>
                            </m:sup>
                          </m:sSubSup>
                        </m:den>
                      </m:f>
                      <m:r>
                        <a:rPr lang="fr-FR" b="0" i="1" dirty="0" smtClean="0">
                          <a:latin typeface="Cambria Math" panose="02040503050406030204" pitchFamily="18" charset="0"/>
                        </a:rPr>
                        <m:t>=</m:t>
                      </m:r>
                      <m:sSubSup>
                        <m:sSubSupPr>
                          <m:ctrlPr>
                            <a:rPr lang="fr-FR" b="0" i="1" smtClean="0">
                              <a:latin typeface="Cambria Math" panose="02040503050406030204" pitchFamily="18" charset="0"/>
                            </a:rPr>
                          </m:ctrlPr>
                        </m:sSubSupPr>
                        <m:e>
                          <m:r>
                            <m:rPr>
                              <m:sty m:val="p"/>
                            </m:rPr>
                            <a:rPr lang="en-US" b="0" i="0" smtClean="0">
                              <a:latin typeface="Cambria Math" panose="02040503050406030204" pitchFamily="18" charset="0"/>
                            </a:rPr>
                            <m:t>Φ</m:t>
                          </m:r>
                        </m:e>
                        <m:sub>
                          <m:r>
                            <a:rPr lang="fr-FR" b="0" i="1" smtClean="0">
                              <a:latin typeface="Cambria Math" panose="02040503050406030204" pitchFamily="18" charset="0"/>
                            </a:rPr>
                            <m:t>𝑃𝑆𝐼𝐼</m:t>
                          </m:r>
                        </m:sub>
                        <m:sup/>
                      </m:sSubSup>
                      <m:d>
                        <m:dPr>
                          <m:ctrlPr>
                            <a:rPr lang="fr-FR" b="0" i="1" smtClean="0">
                              <a:latin typeface="Cambria Math" panose="02040503050406030204" pitchFamily="18" charset="0"/>
                            </a:rPr>
                          </m:ctrlPr>
                        </m:dPr>
                        <m:e>
                          <m:r>
                            <a:rPr lang="fr-FR" b="0" i="1" smtClean="0">
                              <a:latin typeface="Cambria Math" panose="02040503050406030204" pitchFamily="18" charset="0"/>
                            </a:rPr>
                            <m:t>𝐼</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sSubSup>
                            <m:sSubSupPr>
                              <m:ctrlPr>
                                <a:rPr lang="fr-FR" b="0" i="1" smtClean="0">
                                  <a:latin typeface="Cambria Math" panose="02040503050406030204" pitchFamily="18" charset="0"/>
                                </a:rPr>
                              </m:ctrlPr>
                            </m:sSubSupPr>
                            <m:e>
                              <m:r>
                                <a:rPr lang="en-US" b="0" i="1" smtClean="0">
                                  <a:latin typeface="Cambria Math" panose="02040503050406030204" pitchFamily="18" charset="0"/>
                                </a:rPr>
                                <m:t>𝑘</m:t>
                              </m:r>
                            </m:e>
                            <m:sub>
                              <m:r>
                                <a:rPr lang="fr-FR" b="0" i="1" smtClean="0">
                                  <a:latin typeface="Cambria Math" panose="02040503050406030204" pitchFamily="18" charset="0"/>
                                </a:rPr>
                                <m:t>𝑃</m:t>
                              </m:r>
                            </m:sub>
                            <m:sup>
                              <m:r>
                                <a:rPr lang="fr-FR" b="0" i="1" smtClean="0">
                                  <a:latin typeface="Cambria Math" panose="02040503050406030204" pitchFamily="18" charset="0"/>
                                </a:rPr>
                                <m:t>′</m:t>
                              </m:r>
                            </m:sup>
                          </m:sSubSup>
                          <m:r>
                            <a:rPr lang="fr-FR" b="0" i="1" smtClean="0">
                              <a:latin typeface="Cambria Math" panose="02040503050406030204" pitchFamily="18" charset="0"/>
                            </a:rPr>
                            <m:t>[</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𝑄</m:t>
                              </m:r>
                            </m:e>
                            <m:sub>
                              <m:r>
                                <a:rPr lang="fr-FR" b="0" i="1" smtClean="0">
                                  <a:latin typeface="Cambria Math" panose="02040503050406030204" pitchFamily="18" charset="0"/>
                                </a:rPr>
                                <m:t>𝐴</m:t>
                              </m:r>
                            </m:sub>
                          </m:sSub>
                          <m:r>
                            <a:rPr lang="fr-FR" b="0" i="1" smtClean="0">
                              <a:latin typeface="Cambria Math" panose="02040503050406030204" pitchFamily="18" charset="0"/>
                            </a:rPr>
                            <m:t>]</m:t>
                          </m:r>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𝐹</m:t>
                              </m:r>
                            </m:sub>
                          </m:sSub>
                          <m:r>
                            <a:rPr lang="en-US" b="0" i="1" smtClean="0">
                              <a:latin typeface="Cambria Math" panose="02040503050406030204" pitchFamily="18" charset="0"/>
                            </a:rPr>
                            <m:t>+</m:t>
                          </m:r>
                          <m:sSubSup>
                            <m:sSubSupPr>
                              <m:ctrlPr>
                                <a:rPr lang="fr-FR" b="0" i="1" smtClean="0">
                                  <a:latin typeface="Cambria Math" panose="02040503050406030204" pitchFamily="18" charset="0"/>
                                </a:rPr>
                              </m:ctrlPr>
                            </m:sSubSupPr>
                            <m:e>
                              <m:r>
                                <a:rPr lang="en-US" b="0" i="1" smtClean="0">
                                  <a:latin typeface="Cambria Math" panose="02040503050406030204" pitchFamily="18" charset="0"/>
                                </a:rPr>
                                <m:t>𝑘</m:t>
                              </m:r>
                            </m:e>
                            <m:sub>
                              <m:r>
                                <a:rPr lang="en-US" b="0" i="1" smtClean="0">
                                  <a:latin typeface="Cambria Math" panose="02040503050406030204" pitchFamily="18" charset="0"/>
                                </a:rPr>
                                <m:t>𝑃</m:t>
                              </m:r>
                            </m:sub>
                            <m:sup>
                              <m:r>
                                <a:rPr lang="fr-FR" b="0" i="1" smtClean="0">
                                  <a:latin typeface="Cambria Math" panose="02040503050406030204" pitchFamily="18" charset="0"/>
                                </a:rPr>
                                <m:t>′</m:t>
                              </m:r>
                            </m:sup>
                          </m:sSubSup>
                          <m:r>
                            <a:rPr lang="fr-FR" b="0" i="1" smtClean="0">
                              <a:latin typeface="Cambria Math" panose="02040503050406030204" pitchFamily="18" charset="0"/>
                            </a:rPr>
                            <m:t>[</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𝑄</m:t>
                              </m:r>
                            </m:e>
                            <m:sub>
                              <m:r>
                                <a:rPr lang="fr-FR" b="0" i="1" smtClean="0">
                                  <a:latin typeface="Cambria Math" panose="02040503050406030204" pitchFamily="18" charset="0"/>
                                </a:rPr>
                                <m:t>𝐴</m:t>
                              </m:r>
                            </m:sub>
                          </m:sSub>
                          <m:r>
                            <a:rPr lang="fr-FR" b="0" i="1" smtClean="0">
                              <a:latin typeface="Cambria Math" panose="02040503050406030204" pitchFamily="18" charset="0"/>
                            </a:rPr>
                            <m:t>]</m:t>
                          </m:r>
                          <m:r>
                            <a:rPr lang="en-US" b="0" i="1" smtClean="0">
                              <a:latin typeface="Cambria Math" panose="02040503050406030204" pitchFamily="18" charset="0"/>
                            </a:rPr>
                            <m:t>+</m:t>
                          </m:r>
                          <m:sSubSup>
                            <m:sSubSupPr>
                              <m:ctrlPr>
                                <a:rPr lang="fr-FR" b="0" i="1" smtClean="0">
                                  <a:latin typeface="Cambria Math" panose="02040503050406030204" pitchFamily="18" charset="0"/>
                                </a:rPr>
                              </m:ctrlPr>
                            </m:sSubSupPr>
                            <m:e>
                              <m:r>
                                <a:rPr lang="en-US" b="0" i="1" smtClean="0">
                                  <a:latin typeface="Cambria Math" panose="02040503050406030204" pitchFamily="18" charset="0"/>
                                </a:rPr>
                                <m:t>𝑘</m:t>
                              </m:r>
                            </m:e>
                            <m:sub>
                              <m:r>
                                <a:rPr lang="en-US" b="0" i="1" smtClean="0">
                                  <a:latin typeface="Cambria Math" panose="02040503050406030204" pitchFamily="18" charset="0"/>
                                </a:rPr>
                                <m:t>𝑁𝑃𝑄</m:t>
                              </m:r>
                            </m:sub>
                            <m:sup>
                              <m:r>
                                <a:rPr lang="fr-FR" b="0" i="1" smtClean="0">
                                  <a:latin typeface="Cambria Math" panose="02040503050406030204" pitchFamily="18" charset="0"/>
                                </a:rPr>
                                <m:t>′</m:t>
                              </m:r>
                            </m:sup>
                          </m:sSubSup>
                        </m:den>
                      </m:f>
                    </m:oMath>
                  </m:oMathPara>
                </a14:m>
                <a:endParaRPr lang="en-US" dirty="0"/>
              </a:p>
            </p:txBody>
          </p:sp>
        </mc:Choice>
        <mc:Fallback xmlns="">
          <p:sp>
            <p:nvSpPr>
              <p:cNvPr id="22" name="ZoneTexte 21">
                <a:extLst>
                  <a:ext uri="{FF2B5EF4-FFF2-40B4-BE49-F238E27FC236}">
                    <a16:creationId xmlns:a16="http://schemas.microsoft.com/office/drawing/2014/main" id="{A14D0738-E3D4-5ADE-B4C9-2E2DC754BEFF}"/>
                  </a:ext>
                </a:extLst>
              </p:cNvPr>
              <p:cNvSpPr txBox="1">
                <a:spLocks noRot="1" noChangeAspect="1" noMove="1" noResize="1" noEditPoints="1" noAdjustHandles="1" noChangeArrowheads="1" noChangeShapeType="1" noTextEdit="1"/>
              </p:cNvSpPr>
              <p:nvPr/>
            </p:nvSpPr>
            <p:spPr>
              <a:xfrm>
                <a:off x="2839538" y="4342816"/>
                <a:ext cx="3897670" cy="721416"/>
              </a:xfrm>
              <a:prstGeom prst="rect">
                <a:avLst/>
              </a:prstGeom>
              <a:blipFill>
                <a:blip r:embed="rId9"/>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35753621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0BD2F44-3E3C-384D-B658-98CE9C6CB5E9}"/>
              </a:ext>
            </a:extLst>
          </p:cNvPr>
          <p:cNvSpPr>
            <a:spLocks noGrp="1"/>
          </p:cNvSpPr>
          <p:nvPr>
            <p:ph type="title"/>
          </p:nvPr>
        </p:nvSpPr>
        <p:spPr/>
        <p:txBody>
          <a:bodyPr/>
          <a:lstStyle/>
          <a:p>
            <a:r>
              <a:rPr lang="fr-FR" dirty="0"/>
              <a:t>Pulse Amplitude Modulation</a:t>
            </a:r>
            <a:endParaRPr lang="en-GB" dirty="0"/>
          </a:p>
        </p:txBody>
      </p:sp>
      <p:sp>
        <p:nvSpPr>
          <p:cNvPr id="3" name="Espace réservé du numéro de diapositive 2">
            <a:extLst>
              <a:ext uri="{FF2B5EF4-FFF2-40B4-BE49-F238E27FC236}">
                <a16:creationId xmlns:a16="http://schemas.microsoft.com/office/drawing/2014/main" id="{DB17ED07-1846-D4E6-E78E-2B93AACF8B98}"/>
              </a:ext>
            </a:extLst>
          </p:cNvPr>
          <p:cNvSpPr>
            <a:spLocks noGrp="1"/>
          </p:cNvSpPr>
          <p:nvPr>
            <p:ph type="sldNum" sz="quarter" idx="12"/>
          </p:nvPr>
        </p:nvSpPr>
        <p:spPr/>
        <p:txBody>
          <a:bodyPr/>
          <a:lstStyle/>
          <a:p>
            <a:fld id="{E9791B11-EC80-479C-9EB2-AD35BA691394}" type="slidenum">
              <a:rPr lang="fr-FR" smtClean="0"/>
              <a:pPr/>
              <a:t>10</a:t>
            </a:fld>
            <a:endParaRPr lang="fr-FR" dirty="0"/>
          </a:p>
        </p:txBody>
      </p:sp>
      <p:sp>
        <p:nvSpPr>
          <p:cNvPr id="14" name="ZoneTexte 13">
            <a:extLst>
              <a:ext uri="{FF2B5EF4-FFF2-40B4-BE49-F238E27FC236}">
                <a16:creationId xmlns:a16="http://schemas.microsoft.com/office/drawing/2014/main" id="{B1AD96A1-A4D9-680C-8B78-695A74788221}"/>
              </a:ext>
            </a:extLst>
          </p:cNvPr>
          <p:cNvSpPr txBox="1"/>
          <p:nvPr/>
        </p:nvSpPr>
        <p:spPr>
          <a:xfrm>
            <a:off x="911382" y="422768"/>
            <a:ext cx="6846746" cy="369332"/>
          </a:xfrm>
          <a:prstGeom prst="rect">
            <a:avLst/>
          </a:prstGeom>
          <a:noFill/>
        </p:spPr>
        <p:txBody>
          <a:bodyPr wrap="none" rtlCol="0">
            <a:spAutoFit/>
          </a:bodyPr>
          <a:lstStyle/>
          <a:p>
            <a:r>
              <a:rPr lang="en-US" b="0" dirty="0"/>
              <a:t>Absolute fluorescent signal is not required, relative changes are enough.</a:t>
            </a:r>
            <a:endParaRPr lang="en-US" dirty="0"/>
          </a:p>
        </p:txBody>
      </p:sp>
      <p:pic>
        <p:nvPicPr>
          <p:cNvPr id="4" name="Image 3">
            <a:extLst>
              <a:ext uri="{FF2B5EF4-FFF2-40B4-BE49-F238E27FC236}">
                <a16:creationId xmlns:a16="http://schemas.microsoft.com/office/drawing/2014/main" id="{DBAA1FEF-B868-2AAE-45C3-F076EC16AEC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178892" y="792100"/>
            <a:ext cx="2993726" cy="3991635"/>
          </a:xfrm>
          <a:prstGeom prst="rect">
            <a:avLst/>
          </a:prstGeom>
        </p:spPr>
      </p:pic>
      <p:sp>
        <p:nvSpPr>
          <p:cNvPr id="16" name="ZoneTexte 15">
            <a:extLst>
              <a:ext uri="{FF2B5EF4-FFF2-40B4-BE49-F238E27FC236}">
                <a16:creationId xmlns:a16="http://schemas.microsoft.com/office/drawing/2014/main" id="{C0FEC8ED-CE76-F1E7-6548-CC660EEC81D5}"/>
              </a:ext>
            </a:extLst>
          </p:cNvPr>
          <p:cNvSpPr txBox="1"/>
          <p:nvPr/>
        </p:nvSpPr>
        <p:spPr>
          <a:xfrm>
            <a:off x="81074" y="1142581"/>
            <a:ext cx="4355460" cy="3416320"/>
          </a:xfrm>
          <a:prstGeom prst="rect">
            <a:avLst/>
          </a:prstGeom>
          <a:noFill/>
        </p:spPr>
        <p:txBody>
          <a:bodyPr wrap="square" rtlCol="0">
            <a:spAutoFit/>
          </a:bodyPr>
          <a:lstStyle/>
          <a:p>
            <a:r>
              <a:rPr lang="en-US" b="0" dirty="0"/>
              <a:t>ML (or MP): </a:t>
            </a:r>
            <a:r>
              <a:rPr lang="en-US" b="0" dirty="0" err="1"/>
              <a:t>Mesuring</a:t>
            </a:r>
            <a:r>
              <a:rPr lang="en-US" b="0" dirty="0"/>
              <a:t> Light (or Pulse), </a:t>
            </a:r>
            <a:r>
              <a:rPr lang="en-GB" b="0" dirty="0"/>
              <a:t>very weak, modulated light used to measure fluorescence without significantly driving photosynthesis</a:t>
            </a:r>
          </a:p>
          <a:p>
            <a:endParaRPr lang="en-GB" dirty="0"/>
          </a:p>
          <a:p>
            <a:r>
              <a:rPr lang="en-GB" dirty="0"/>
              <a:t>AL: Actinic Light, continuous illumination driving photosynthesis and physiological adaptation.</a:t>
            </a:r>
          </a:p>
          <a:p>
            <a:endParaRPr lang="en-GB" dirty="0"/>
          </a:p>
          <a:p>
            <a:r>
              <a:rPr lang="en-GB" dirty="0"/>
              <a:t>SP (or SF): Saturating Pulse (or Flash), brief and extremely intense flash that temporarily closes all PSII reaction centres</a:t>
            </a:r>
            <a:endParaRPr lang="en-US" dirty="0"/>
          </a:p>
        </p:txBody>
      </p:sp>
      <p:sp>
        <p:nvSpPr>
          <p:cNvPr id="17" name="Text Box 9">
            <a:extLst>
              <a:ext uri="{FF2B5EF4-FFF2-40B4-BE49-F238E27FC236}">
                <a16:creationId xmlns:a16="http://schemas.microsoft.com/office/drawing/2014/main" id="{199C623A-52F5-BC2C-6C5E-B3B00CF0389E}"/>
              </a:ext>
            </a:extLst>
          </p:cNvPr>
          <p:cNvSpPr txBox="1">
            <a:spLocks noChangeArrowheads="1"/>
          </p:cNvSpPr>
          <p:nvPr/>
        </p:nvSpPr>
        <p:spPr bwMode="auto">
          <a:xfrm>
            <a:off x="6387643" y="4897278"/>
            <a:ext cx="269336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itchFamily="18" charset="0"/>
                <a:ea typeface="ヒラギノ角ゴ Pro W3" charset="-128"/>
              </a:defRPr>
            </a:lvl1pPr>
            <a:lvl2pPr marL="742950" indent="-285750">
              <a:defRPr sz="2400">
                <a:solidFill>
                  <a:schemeClr val="tx1"/>
                </a:solidFill>
                <a:latin typeface="Times New Roman" pitchFamily="18" charset="0"/>
                <a:ea typeface="ヒラギノ角ゴ Pro W3" charset="-128"/>
              </a:defRPr>
            </a:lvl2pPr>
            <a:lvl3pPr marL="1143000" indent="-228600">
              <a:defRPr sz="2400">
                <a:solidFill>
                  <a:schemeClr val="tx1"/>
                </a:solidFill>
                <a:latin typeface="Times New Roman" pitchFamily="18" charset="0"/>
                <a:ea typeface="ヒラギノ角ゴ Pro W3" charset="-128"/>
              </a:defRPr>
            </a:lvl3pPr>
            <a:lvl4pPr marL="1600200" indent="-228600">
              <a:defRPr sz="2400">
                <a:solidFill>
                  <a:schemeClr val="tx1"/>
                </a:solidFill>
                <a:latin typeface="Times New Roman" pitchFamily="18" charset="0"/>
                <a:ea typeface="ヒラギノ角ゴ Pro W3" charset="-128"/>
              </a:defRPr>
            </a:lvl4pPr>
            <a:lvl5pPr marL="2057400" indent="-228600">
              <a:defRPr sz="2400">
                <a:solidFill>
                  <a:schemeClr val="tx1"/>
                </a:solidFill>
                <a:latin typeface="Times New Roman" pitchFamily="18"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9pPr>
          </a:lstStyle>
          <a:p>
            <a:r>
              <a:rPr lang="en-GB" altLang="fr-FR" sz="1000" i="1" dirty="0" err="1">
                <a:cs typeface="Times New Roman" panose="02020603050405020304" pitchFamily="18" charset="0"/>
              </a:rPr>
              <a:t>Zuo</a:t>
            </a:r>
            <a:r>
              <a:rPr lang="en-GB" altLang="fr-FR" sz="1000" i="1" dirty="0">
                <a:cs typeface="Times New Roman" panose="02020603050405020304" pitchFamily="18" charset="0"/>
              </a:rPr>
              <a:t> et al., Plant-Environment Interactions, 2022</a:t>
            </a:r>
            <a:endParaRPr lang="en-US" altLang="fr-FR" sz="1000" i="1" dirty="0">
              <a:cs typeface="Times New Roman" panose="02020603050405020304" pitchFamily="18" charset="0"/>
            </a:endParaRPr>
          </a:p>
        </p:txBody>
      </p:sp>
    </p:spTree>
    <p:extLst>
      <p:ext uri="{BB962C8B-B14F-4D97-AF65-F5344CB8AC3E}">
        <p14:creationId xmlns:p14="http://schemas.microsoft.com/office/powerpoint/2010/main" val="34386600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0BD2F44-3E3C-384D-B658-98CE9C6CB5E9}"/>
              </a:ext>
            </a:extLst>
          </p:cNvPr>
          <p:cNvSpPr>
            <a:spLocks noGrp="1"/>
          </p:cNvSpPr>
          <p:nvPr>
            <p:ph type="title"/>
          </p:nvPr>
        </p:nvSpPr>
        <p:spPr/>
        <p:txBody>
          <a:bodyPr/>
          <a:lstStyle/>
          <a:p>
            <a:endParaRPr lang="en-GB" dirty="0"/>
          </a:p>
        </p:txBody>
      </p:sp>
      <p:sp>
        <p:nvSpPr>
          <p:cNvPr id="3" name="Espace réservé du numéro de diapositive 2">
            <a:extLst>
              <a:ext uri="{FF2B5EF4-FFF2-40B4-BE49-F238E27FC236}">
                <a16:creationId xmlns:a16="http://schemas.microsoft.com/office/drawing/2014/main" id="{DB17ED07-1846-D4E6-E78E-2B93AACF8B98}"/>
              </a:ext>
            </a:extLst>
          </p:cNvPr>
          <p:cNvSpPr>
            <a:spLocks noGrp="1"/>
          </p:cNvSpPr>
          <p:nvPr>
            <p:ph type="sldNum" sz="quarter" idx="12"/>
          </p:nvPr>
        </p:nvSpPr>
        <p:spPr/>
        <p:txBody>
          <a:bodyPr/>
          <a:lstStyle/>
          <a:p>
            <a:fld id="{E9791B11-EC80-479C-9EB2-AD35BA691394}" type="slidenum">
              <a:rPr lang="fr-FR" smtClean="0"/>
              <a:pPr/>
              <a:t>11</a:t>
            </a:fld>
            <a:endParaRPr lang="fr-FR" dirty="0"/>
          </a:p>
        </p:txBody>
      </p:sp>
      <mc:AlternateContent xmlns:mc="http://schemas.openxmlformats.org/markup-compatibility/2006" xmlns:a14="http://schemas.microsoft.com/office/drawing/2010/main">
        <mc:Choice Requires="a14">
          <p:sp>
            <p:nvSpPr>
              <p:cNvPr id="5" name="ZoneTexte 4">
                <a:extLst>
                  <a:ext uri="{FF2B5EF4-FFF2-40B4-BE49-F238E27FC236}">
                    <a16:creationId xmlns:a16="http://schemas.microsoft.com/office/drawing/2014/main" id="{E4CB114D-F2B2-0137-A516-E2A5F099A934}"/>
                  </a:ext>
                </a:extLst>
              </p:cNvPr>
              <p:cNvSpPr txBox="1"/>
              <p:nvPr/>
            </p:nvSpPr>
            <p:spPr>
              <a:xfrm>
                <a:off x="200408" y="1711045"/>
                <a:ext cx="1933991" cy="53085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fr-FR" sz="1400" b="0" i="1" dirty="0" smtClean="0">
                              <a:latin typeface="Cambria Math" panose="02040503050406030204" pitchFamily="18" charset="0"/>
                            </a:rPr>
                          </m:ctrlPr>
                        </m:fPr>
                        <m:num>
                          <m:sSub>
                            <m:sSubPr>
                              <m:ctrlPr>
                                <a:rPr lang="fr-FR" sz="1400" b="0" i="1" dirty="0" smtClean="0">
                                  <a:latin typeface="Cambria Math" panose="02040503050406030204" pitchFamily="18" charset="0"/>
                                </a:rPr>
                              </m:ctrlPr>
                            </m:sSub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𝑣</m:t>
                              </m:r>
                            </m:sub>
                          </m:sSub>
                        </m:num>
                        <m:den>
                          <m:sSub>
                            <m:sSubPr>
                              <m:ctrlPr>
                                <a:rPr lang="fr-FR" sz="1400" b="0" i="1" dirty="0" smtClean="0">
                                  <a:latin typeface="Cambria Math" panose="02040503050406030204" pitchFamily="18" charset="0"/>
                                </a:rPr>
                              </m:ctrlPr>
                            </m:sSub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𝑀</m:t>
                              </m:r>
                            </m:sub>
                          </m:sSub>
                        </m:den>
                      </m:f>
                      <m:r>
                        <a:rPr lang="fr-FR" sz="1400" b="0" i="1" dirty="0" smtClean="0">
                          <a:latin typeface="Cambria Math" panose="02040503050406030204" pitchFamily="18" charset="0"/>
                        </a:rPr>
                        <m:t>=</m:t>
                      </m:r>
                      <m:f>
                        <m:fPr>
                          <m:ctrlPr>
                            <a:rPr lang="fr-FR" sz="1400" b="0" i="1" dirty="0" smtClean="0">
                              <a:latin typeface="Cambria Math" panose="02040503050406030204" pitchFamily="18" charset="0"/>
                            </a:rPr>
                          </m:ctrlPr>
                        </m:fPr>
                        <m:num>
                          <m:sSub>
                            <m:sSubPr>
                              <m:ctrlPr>
                                <a:rPr lang="fr-FR" sz="1400" b="0" i="1" dirty="0" smtClean="0">
                                  <a:latin typeface="Cambria Math" panose="02040503050406030204" pitchFamily="18" charset="0"/>
                                </a:rPr>
                              </m:ctrlPr>
                            </m:sSub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𝑀</m:t>
                              </m:r>
                            </m:sub>
                          </m:sSub>
                          <m:r>
                            <a:rPr lang="fr-FR" sz="1400" b="0" i="1" dirty="0" smtClean="0">
                              <a:latin typeface="Cambria Math" panose="02040503050406030204" pitchFamily="18" charset="0"/>
                            </a:rPr>
                            <m:t>−</m:t>
                          </m:r>
                          <m:sSub>
                            <m:sSubPr>
                              <m:ctrlPr>
                                <a:rPr lang="fr-FR" sz="1400" b="0" i="1" dirty="0" smtClean="0">
                                  <a:latin typeface="Cambria Math" panose="02040503050406030204" pitchFamily="18" charset="0"/>
                                </a:rPr>
                              </m:ctrlPr>
                            </m:sSub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0</m:t>
                              </m:r>
                            </m:sub>
                          </m:sSub>
                        </m:num>
                        <m:den>
                          <m:sSub>
                            <m:sSubPr>
                              <m:ctrlPr>
                                <a:rPr lang="fr-FR" sz="1400" b="0" i="1" dirty="0" smtClean="0">
                                  <a:latin typeface="Cambria Math" panose="02040503050406030204" pitchFamily="18" charset="0"/>
                                </a:rPr>
                              </m:ctrlPr>
                            </m:sSub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𝑀</m:t>
                              </m:r>
                            </m:sub>
                          </m:sSub>
                        </m:den>
                      </m:f>
                      <m:r>
                        <a:rPr lang="fr-FR" sz="1400" b="0" i="1" dirty="0" smtClean="0">
                          <a:latin typeface="Cambria Math" panose="02040503050406030204" pitchFamily="18" charset="0"/>
                        </a:rPr>
                        <m:t>=</m:t>
                      </m:r>
                      <m:sSubSup>
                        <m:sSubSupPr>
                          <m:ctrlPr>
                            <a:rPr lang="fr-FR" sz="1400" b="0" i="1" smtClean="0">
                              <a:latin typeface="Cambria Math" panose="02040503050406030204" pitchFamily="18" charset="0"/>
                            </a:rPr>
                          </m:ctrlPr>
                        </m:sSubSupPr>
                        <m:e>
                          <m:r>
                            <m:rPr>
                              <m:sty m:val="p"/>
                            </m:rPr>
                            <a:rPr lang="en-US" sz="1400" b="0" i="0" smtClean="0">
                              <a:latin typeface="Cambria Math" panose="02040503050406030204" pitchFamily="18" charset="0"/>
                            </a:rPr>
                            <m:t>Φ</m:t>
                          </m:r>
                        </m:e>
                        <m:sub>
                          <m:r>
                            <a:rPr lang="fr-FR" sz="1400" b="0" i="1" smtClean="0">
                              <a:latin typeface="Cambria Math" panose="02040503050406030204" pitchFamily="18" charset="0"/>
                            </a:rPr>
                            <m:t>𝑃𝑆𝐼𝐼</m:t>
                          </m:r>
                        </m:sub>
                        <m:sup>
                          <m:r>
                            <m:rPr>
                              <m:sty m:val="p"/>
                            </m:rPr>
                            <a:rPr lang="fr-FR" sz="1400" b="0" i="0" smtClean="0">
                              <a:latin typeface="Cambria Math" panose="02040503050406030204" pitchFamily="18" charset="0"/>
                            </a:rPr>
                            <m:t>max</m:t>
                          </m:r>
                        </m:sup>
                      </m:sSubSup>
                    </m:oMath>
                  </m:oMathPara>
                </a14:m>
                <a:endParaRPr lang="en-US" sz="1400" dirty="0"/>
              </a:p>
            </p:txBody>
          </p:sp>
        </mc:Choice>
        <mc:Fallback xmlns="">
          <p:sp>
            <p:nvSpPr>
              <p:cNvPr id="5" name="ZoneTexte 4">
                <a:extLst>
                  <a:ext uri="{FF2B5EF4-FFF2-40B4-BE49-F238E27FC236}">
                    <a16:creationId xmlns:a16="http://schemas.microsoft.com/office/drawing/2014/main" id="{E4CB114D-F2B2-0137-A516-E2A5F099A934}"/>
                  </a:ext>
                </a:extLst>
              </p:cNvPr>
              <p:cNvSpPr txBox="1">
                <a:spLocks noRot="1" noChangeAspect="1" noMove="1" noResize="1" noEditPoints="1" noAdjustHandles="1" noChangeArrowheads="1" noChangeShapeType="1" noTextEdit="1"/>
              </p:cNvSpPr>
              <p:nvPr/>
            </p:nvSpPr>
            <p:spPr>
              <a:xfrm>
                <a:off x="200408" y="1711045"/>
                <a:ext cx="1933991" cy="530851"/>
              </a:xfrm>
              <a:prstGeom prst="rect">
                <a:avLst/>
              </a:prstGeom>
              <a:blipFill>
                <a:blip r:embed="rId2"/>
                <a:stretch>
                  <a:fillRect/>
                </a:stretch>
              </a:blipFill>
            </p:spPr>
            <p:txBody>
              <a:bodyPr/>
              <a:lstStyle/>
              <a:p>
                <a:r>
                  <a:rPr lang="en-GB">
                    <a:noFill/>
                  </a:rPr>
                  <a:t> </a:t>
                </a:r>
              </a:p>
            </p:txBody>
          </p:sp>
        </mc:Fallback>
      </mc:AlternateContent>
      <p:grpSp>
        <p:nvGrpSpPr>
          <p:cNvPr id="6" name="Groupe 5">
            <a:extLst>
              <a:ext uri="{FF2B5EF4-FFF2-40B4-BE49-F238E27FC236}">
                <a16:creationId xmlns:a16="http://schemas.microsoft.com/office/drawing/2014/main" id="{8B67585E-496A-9348-B725-D4E1ADC06C96}"/>
              </a:ext>
            </a:extLst>
          </p:cNvPr>
          <p:cNvGrpSpPr/>
          <p:nvPr/>
        </p:nvGrpSpPr>
        <p:grpSpPr>
          <a:xfrm>
            <a:off x="215457" y="470779"/>
            <a:ext cx="1644660" cy="1245429"/>
            <a:chOff x="64154" y="422768"/>
            <a:chExt cx="1644660" cy="1245429"/>
          </a:xfrm>
        </p:grpSpPr>
        <p:pic>
          <p:nvPicPr>
            <p:cNvPr id="7" name="Image 6">
              <a:extLst>
                <a:ext uri="{FF2B5EF4-FFF2-40B4-BE49-F238E27FC236}">
                  <a16:creationId xmlns:a16="http://schemas.microsoft.com/office/drawing/2014/main" id="{A187FF47-FCE8-DFC8-5D37-5B31565C48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8468" y="422768"/>
              <a:ext cx="1500346" cy="1180600"/>
            </a:xfrm>
            <a:prstGeom prst="rect">
              <a:avLst/>
            </a:prstGeom>
          </p:spPr>
        </p:pic>
        <p:sp>
          <p:nvSpPr>
            <p:cNvPr id="8" name="Rounded Rectangle 30">
              <a:extLst>
                <a:ext uri="{FF2B5EF4-FFF2-40B4-BE49-F238E27FC236}">
                  <a16:creationId xmlns:a16="http://schemas.microsoft.com/office/drawing/2014/main" id="{181B551C-43BD-EE21-B374-CE54A8B45D92}"/>
                </a:ext>
              </a:extLst>
            </p:cNvPr>
            <p:cNvSpPr/>
            <p:nvPr/>
          </p:nvSpPr>
          <p:spPr>
            <a:xfrm>
              <a:off x="1351805" y="1338775"/>
              <a:ext cx="329346" cy="206312"/>
            </a:xfrm>
            <a:prstGeom prst="roundRect">
              <a:avLst>
                <a:gd name="adj" fmla="val 21627"/>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800" dirty="0">
                  <a:solidFill>
                    <a:srgbClr val="A12018"/>
                  </a:solidFill>
                  <a:latin typeface="Times New Roman" panose="02020603050405020304" pitchFamily="18" charset="0"/>
                  <a:cs typeface="Times New Roman" panose="02020603050405020304" pitchFamily="18" charset="0"/>
                </a:rPr>
                <a:t>NPQ</a:t>
              </a:r>
            </a:p>
          </p:txBody>
        </p:sp>
        <p:sp>
          <p:nvSpPr>
            <p:cNvPr id="9" name="Rounded Rectangle 30">
              <a:extLst>
                <a:ext uri="{FF2B5EF4-FFF2-40B4-BE49-F238E27FC236}">
                  <a16:creationId xmlns:a16="http://schemas.microsoft.com/office/drawing/2014/main" id="{26AA3FD0-C7D8-07D5-C48A-A8A1744D540F}"/>
                </a:ext>
              </a:extLst>
            </p:cNvPr>
            <p:cNvSpPr/>
            <p:nvPr/>
          </p:nvSpPr>
          <p:spPr>
            <a:xfrm>
              <a:off x="209108" y="1385094"/>
              <a:ext cx="375727" cy="206312"/>
            </a:xfrm>
            <a:prstGeom prst="roundRect">
              <a:avLst>
                <a:gd name="adj" fmla="val 21627"/>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800" dirty="0">
                  <a:solidFill>
                    <a:srgbClr val="FF0000"/>
                  </a:solidFill>
                  <a:latin typeface="Times New Roman" panose="02020603050405020304" pitchFamily="18" charset="0"/>
                  <a:cs typeface="Times New Roman" panose="02020603050405020304" pitchFamily="18" charset="0"/>
                </a:rPr>
                <a:t>Fluo</a:t>
              </a:r>
            </a:p>
          </p:txBody>
        </p:sp>
        <p:sp>
          <p:nvSpPr>
            <p:cNvPr id="10" name="Rounded Rectangle 30">
              <a:extLst>
                <a:ext uri="{FF2B5EF4-FFF2-40B4-BE49-F238E27FC236}">
                  <a16:creationId xmlns:a16="http://schemas.microsoft.com/office/drawing/2014/main" id="{20C63E9D-F5EA-FDEE-3464-ABAF24884445}"/>
                </a:ext>
              </a:extLst>
            </p:cNvPr>
            <p:cNvSpPr/>
            <p:nvPr/>
          </p:nvSpPr>
          <p:spPr>
            <a:xfrm>
              <a:off x="630035" y="1134421"/>
              <a:ext cx="657211" cy="307510"/>
            </a:xfrm>
            <a:prstGeom prst="roundRect">
              <a:avLst>
                <a:gd name="adj" fmla="val 21627"/>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800" dirty="0" err="1">
                  <a:solidFill>
                    <a:schemeClr val="accent2"/>
                  </a:solidFill>
                  <a:latin typeface="Times New Roman" panose="02020603050405020304" pitchFamily="18" charset="0"/>
                  <a:cs typeface="Times New Roman" panose="02020603050405020304" pitchFamily="18" charset="0"/>
                </a:rPr>
                <a:t>Photochemical</a:t>
              </a:r>
              <a:r>
                <a:rPr lang="fr-FR" sz="800" dirty="0">
                  <a:solidFill>
                    <a:schemeClr val="accent2"/>
                  </a:solidFill>
                  <a:latin typeface="Times New Roman" panose="02020603050405020304" pitchFamily="18" charset="0"/>
                  <a:cs typeface="Times New Roman" panose="02020603050405020304" pitchFamily="18" charset="0"/>
                </a:rPr>
                <a:t> </a:t>
              </a:r>
              <a:r>
                <a:rPr lang="fr-FR" sz="800" dirty="0" err="1">
                  <a:solidFill>
                    <a:schemeClr val="accent2"/>
                  </a:solidFill>
                  <a:latin typeface="Times New Roman" panose="02020603050405020304" pitchFamily="18" charset="0"/>
                  <a:cs typeface="Times New Roman" panose="02020603050405020304" pitchFamily="18" charset="0"/>
                </a:rPr>
                <a:t>Quenching</a:t>
              </a:r>
              <a:endParaRPr lang="fr-FR" sz="800" dirty="0">
                <a:solidFill>
                  <a:schemeClr val="accent2"/>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1" name="ZoneTexte 10">
                  <a:extLst>
                    <a:ext uri="{FF2B5EF4-FFF2-40B4-BE49-F238E27FC236}">
                      <a16:creationId xmlns:a16="http://schemas.microsoft.com/office/drawing/2014/main" id="{602738CC-2CA2-C55E-92F6-7AF850D2F7CA}"/>
                    </a:ext>
                  </a:extLst>
                </p:cNvPr>
                <p:cNvSpPr txBox="1"/>
                <p:nvPr/>
              </p:nvSpPr>
              <p:spPr>
                <a:xfrm>
                  <a:off x="64154" y="1155512"/>
                  <a:ext cx="355097" cy="24622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fr-FR" sz="1000" b="0" i="1" smtClean="0">
                                <a:solidFill>
                                  <a:srgbClr val="FF0000"/>
                                </a:solidFill>
                                <a:latin typeface="Cambria Math" panose="02040503050406030204" pitchFamily="18" charset="0"/>
                              </a:rPr>
                            </m:ctrlPr>
                          </m:sSubPr>
                          <m:e>
                            <m:r>
                              <a:rPr lang="fr-FR" sz="1000" b="0" i="1" smtClean="0">
                                <a:solidFill>
                                  <a:srgbClr val="FF0000"/>
                                </a:solidFill>
                                <a:latin typeface="Cambria Math" panose="02040503050406030204" pitchFamily="18" charset="0"/>
                              </a:rPr>
                              <m:t>𝑘</m:t>
                            </m:r>
                          </m:e>
                          <m:sub>
                            <m:r>
                              <a:rPr lang="fr-FR" sz="1000" b="0" i="1" smtClean="0">
                                <a:solidFill>
                                  <a:srgbClr val="FF0000"/>
                                </a:solidFill>
                                <a:latin typeface="Cambria Math" panose="02040503050406030204" pitchFamily="18" charset="0"/>
                              </a:rPr>
                              <m:t>𝐹</m:t>
                            </m:r>
                          </m:sub>
                        </m:sSub>
                      </m:oMath>
                    </m:oMathPara>
                  </a14:m>
                  <a:endParaRPr lang="en-GB" sz="1000" dirty="0">
                    <a:solidFill>
                      <a:srgbClr val="FF0000"/>
                    </a:solidFill>
                  </a:endParaRPr>
                </a:p>
              </p:txBody>
            </p:sp>
          </mc:Choice>
          <mc:Fallback xmlns="">
            <p:sp>
              <p:nvSpPr>
                <p:cNvPr id="11" name="ZoneTexte 10">
                  <a:extLst>
                    <a:ext uri="{FF2B5EF4-FFF2-40B4-BE49-F238E27FC236}">
                      <a16:creationId xmlns:a16="http://schemas.microsoft.com/office/drawing/2014/main" id="{602738CC-2CA2-C55E-92F6-7AF850D2F7CA}"/>
                    </a:ext>
                  </a:extLst>
                </p:cNvPr>
                <p:cNvSpPr txBox="1">
                  <a:spLocks noRot="1" noChangeAspect="1" noMove="1" noResize="1" noEditPoints="1" noAdjustHandles="1" noChangeArrowheads="1" noChangeShapeType="1" noTextEdit="1"/>
                </p:cNvSpPr>
                <p:nvPr/>
              </p:nvSpPr>
              <p:spPr>
                <a:xfrm>
                  <a:off x="64154" y="1155512"/>
                  <a:ext cx="355097" cy="246221"/>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2" name="ZoneTexte 11">
                  <a:extLst>
                    <a:ext uri="{FF2B5EF4-FFF2-40B4-BE49-F238E27FC236}">
                      <a16:creationId xmlns:a16="http://schemas.microsoft.com/office/drawing/2014/main" id="{3CC39223-91C4-2C9E-AC2B-7695FCDD34A2}"/>
                    </a:ext>
                  </a:extLst>
                </p:cNvPr>
                <p:cNvSpPr txBox="1"/>
                <p:nvPr/>
              </p:nvSpPr>
              <p:spPr>
                <a:xfrm>
                  <a:off x="668174" y="1421976"/>
                  <a:ext cx="596702" cy="24622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fr-FR" sz="1000" b="0" i="1" smtClean="0">
                                <a:solidFill>
                                  <a:schemeClr val="accent2"/>
                                </a:solidFill>
                                <a:latin typeface="Cambria Math" panose="02040503050406030204" pitchFamily="18" charset="0"/>
                              </a:rPr>
                            </m:ctrlPr>
                          </m:sSubPr>
                          <m:e>
                            <m:r>
                              <a:rPr lang="fr-FR" sz="1000" b="0" i="1" smtClean="0">
                                <a:solidFill>
                                  <a:schemeClr val="accent2"/>
                                </a:solidFill>
                                <a:latin typeface="Cambria Math" panose="02040503050406030204" pitchFamily="18" charset="0"/>
                              </a:rPr>
                              <m:t>𝑘</m:t>
                            </m:r>
                          </m:e>
                          <m:sub>
                            <m:r>
                              <a:rPr lang="fr-FR" sz="1000" b="0" i="1" smtClean="0">
                                <a:solidFill>
                                  <a:schemeClr val="accent2"/>
                                </a:solidFill>
                                <a:latin typeface="Cambria Math" panose="02040503050406030204" pitchFamily="18" charset="0"/>
                              </a:rPr>
                              <m:t>𝑃</m:t>
                            </m:r>
                          </m:sub>
                        </m:sSub>
                        <m:d>
                          <m:dPr>
                            <m:begChr m:val="["/>
                            <m:endChr m:val="]"/>
                            <m:ctrlPr>
                              <a:rPr lang="fr-FR" sz="1000" b="0" i="1" smtClean="0">
                                <a:solidFill>
                                  <a:schemeClr val="accent2"/>
                                </a:solidFill>
                                <a:latin typeface="Cambria Math" panose="02040503050406030204" pitchFamily="18" charset="0"/>
                              </a:rPr>
                            </m:ctrlPr>
                          </m:dPr>
                          <m:e>
                            <m:sSub>
                              <m:sSubPr>
                                <m:ctrlPr>
                                  <a:rPr lang="fr-FR" sz="1000" b="0" i="1" smtClean="0">
                                    <a:solidFill>
                                      <a:schemeClr val="accent2"/>
                                    </a:solidFill>
                                    <a:latin typeface="Cambria Math" panose="02040503050406030204" pitchFamily="18" charset="0"/>
                                  </a:rPr>
                                </m:ctrlPr>
                              </m:sSubPr>
                              <m:e>
                                <m:r>
                                  <a:rPr lang="fr-FR" sz="1000" b="0" i="1" smtClean="0">
                                    <a:solidFill>
                                      <a:schemeClr val="accent2"/>
                                    </a:solidFill>
                                    <a:latin typeface="Cambria Math" panose="02040503050406030204" pitchFamily="18" charset="0"/>
                                  </a:rPr>
                                  <m:t>𝑄</m:t>
                                </m:r>
                              </m:e>
                              <m:sub>
                                <m:r>
                                  <a:rPr lang="fr-FR" sz="1000" b="0" i="1" smtClean="0">
                                    <a:solidFill>
                                      <a:schemeClr val="accent2"/>
                                    </a:solidFill>
                                    <a:latin typeface="Cambria Math" panose="02040503050406030204" pitchFamily="18" charset="0"/>
                                  </a:rPr>
                                  <m:t>𝐴</m:t>
                                </m:r>
                              </m:sub>
                            </m:sSub>
                          </m:e>
                        </m:d>
                      </m:oMath>
                    </m:oMathPara>
                  </a14:m>
                  <a:endParaRPr lang="en-GB" sz="1000" dirty="0">
                    <a:solidFill>
                      <a:schemeClr val="accent2"/>
                    </a:solidFill>
                  </a:endParaRPr>
                </a:p>
              </p:txBody>
            </p:sp>
          </mc:Choice>
          <mc:Fallback xmlns="">
            <p:sp>
              <p:nvSpPr>
                <p:cNvPr id="12" name="ZoneTexte 11">
                  <a:extLst>
                    <a:ext uri="{FF2B5EF4-FFF2-40B4-BE49-F238E27FC236}">
                      <a16:creationId xmlns:a16="http://schemas.microsoft.com/office/drawing/2014/main" id="{3CC39223-91C4-2C9E-AC2B-7695FCDD34A2}"/>
                    </a:ext>
                  </a:extLst>
                </p:cNvPr>
                <p:cNvSpPr txBox="1">
                  <a:spLocks noRot="1" noChangeAspect="1" noMove="1" noResize="1" noEditPoints="1" noAdjustHandles="1" noChangeArrowheads="1" noChangeShapeType="1" noTextEdit="1"/>
                </p:cNvSpPr>
                <p:nvPr/>
              </p:nvSpPr>
              <p:spPr>
                <a:xfrm>
                  <a:off x="668174" y="1421976"/>
                  <a:ext cx="596702" cy="246221"/>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3" name="ZoneTexte 12">
                  <a:extLst>
                    <a:ext uri="{FF2B5EF4-FFF2-40B4-BE49-F238E27FC236}">
                      <a16:creationId xmlns:a16="http://schemas.microsoft.com/office/drawing/2014/main" id="{F8008B91-22FD-C32F-4C1B-881F04B9EB54}"/>
                    </a:ext>
                  </a:extLst>
                </p:cNvPr>
                <p:cNvSpPr txBox="1"/>
                <p:nvPr/>
              </p:nvSpPr>
              <p:spPr>
                <a:xfrm>
                  <a:off x="1181222" y="972984"/>
                  <a:ext cx="492251" cy="25712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fr-FR" sz="1000" b="0" i="1" smtClean="0">
                                <a:solidFill>
                                  <a:srgbClr val="A12018"/>
                                </a:solidFill>
                                <a:latin typeface="Cambria Math" panose="02040503050406030204" pitchFamily="18" charset="0"/>
                              </a:rPr>
                            </m:ctrlPr>
                          </m:sSubPr>
                          <m:e>
                            <m:r>
                              <a:rPr lang="fr-FR" sz="1000" b="0" i="1" smtClean="0">
                                <a:solidFill>
                                  <a:srgbClr val="A12018"/>
                                </a:solidFill>
                                <a:latin typeface="Cambria Math" panose="02040503050406030204" pitchFamily="18" charset="0"/>
                              </a:rPr>
                              <m:t>𝑘</m:t>
                            </m:r>
                          </m:e>
                          <m:sub>
                            <m:r>
                              <a:rPr lang="fr-FR" sz="1000" b="0" i="1" smtClean="0">
                                <a:solidFill>
                                  <a:srgbClr val="A12018"/>
                                </a:solidFill>
                                <a:latin typeface="Cambria Math" panose="02040503050406030204" pitchFamily="18" charset="0"/>
                              </a:rPr>
                              <m:t>𝑁𝑃𝑄</m:t>
                            </m:r>
                          </m:sub>
                        </m:sSub>
                      </m:oMath>
                    </m:oMathPara>
                  </a14:m>
                  <a:endParaRPr lang="en-GB" sz="1000" dirty="0">
                    <a:solidFill>
                      <a:srgbClr val="A12018"/>
                    </a:solidFill>
                  </a:endParaRPr>
                </a:p>
              </p:txBody>
            </p:sp>
          </mc:Choice>
          <mc:Fallback xmlns="">
            <p:sp>
              <p:nvSpPr>
                <p:cNvPr id="13" name="ZoneTexte 12">
                  <a:extLst>
                    <a:ext uri="{FF2B5EF4-FFF2-40B4-BE49-F238E27FC236}">
                      <a16:creationId xmlns:a16="http://schemas.microsoft.com/office/drawing/2014/main" id="{F8008B91-22FD-C32F-4C1B-881F04B9EB54}"/>
                    </a:ext>
                  </a:extLst>
                </p:cNvPr>
                <p:cNvSpPr txBox="1">
                  <a:spLocks noRot="1" noChangeAspect="1" noMove="1" noResize="1" noEditPoints="1" noAdjustHandles="1" noChangeArrowheads="1" noChangeShapeType="1" noTextEdit="1"/>
                </p:cNvSpPr>
                <p:nvPr/>
              </p:nvSpPr>
              <p:spPr>
                <a:xfrm>
                  <a:off x="1181222" y="972984"/>
                  <a:ext cx="492251" cy="257122"/>
                </a:xfrm>
                <a:prstGeom prst="rect">
                  <a:avLst/>
                </a:prstGeom>
                <a:blipFill>
                  <a:blip r:embed="rId6"/>
                  <a:stretch>
                    <a:fillRect/>
                  </a:stretch>
                </a:blipFill>
              </p:spPr>
              <p:txBody>
                <a:bodyPr/>
                <a:lstStyle/>
                <a:p>
                  <a:r>
                    <a:rPr lang="en-GB">
                      <a:noFill/>
                    </a:rPr>
                    <a:t> </a:t>
                  </a:r>
                </a:p>
              </p:txBody>
            </p:sp>
          </mc:Fallback>
        </mc:AlternateContent>
      </p:grpSp>
      <p:pic>
        <p:nvPicPr>
          <p:cNvPr id="16" name="Image 15">
            <a:extLst>
              <a:ext uri="{FF2B5EF4-FFF2-40B4-BE49-F238E27FC236}">
                <a16:creationId xmlns:a16="http://schemas.microsoft.com/office/drawing/2014/main" id="{22A18978-A4C8-D23F-FFA1-EDF8FB91ADE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178892" y="792100"/>
            <a:ext cx="2993726" cy="3991635"/>
          </a:xfrm>
          <a:prstGeom prst="rect">
            <a:avLst/>
          </a:prstGeom>
        </p:spPr>
      </p:pic>
      <mc:AlternateContent xmlns:mc="http://schemas.openxmlformats.org/markup-compatibility/2006" xmlns:a14="http://schemas.microsoft.com/office/drawing/2010/main">
        <mc:Choice Requires="a14">
          <p:sp>
            <p:nvSpPr>
              <p:cNvPr id="18" name="ZoneTexte 17">
                <a:extLst>
                  <a:ext uri="{FF2B5EF4-FFF2-40B4-BE49-F238E27FC236}">
                    <a16:creationId xmlns:a16="http://schemas.microsoft.com/office/drawing/2014/main" id="{C6669267-9EC7-8CF7-72C9-0E78A7B430A7}"/>
                  </a:ext>
                </a:extLst>
              </p:cNvPr>
              <p:cNvSpPr txBox="1"/>
              <p:nvPr/>
            </p:nvSpPr>
            <p:spPr>
              <a:xfrm>
                <a:off x="2892501" y="3399802"/>
                <a:ext cx="1718997" cy="163269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𝐹</m:t>
                          </m:r>
                        </m:e>
                        <m:sub>
                          <m:r>
                            <a:rPr lang="fr-FR" b="0" i="1" smtClean="0">
                              <a:latin typeface="Cambria Math" panose="02040503050406030204" pitchFamily="18" charset="0"/>
                            </a:rPr>
                            <m:t>0</m:t>
                          </m:r>
                        </m:sub>
                      </m:sSub>
                      <m:r>
                        <a:rPr lang="fr-FR" b="0" i="1" smtClean="0">
                          <a:latin typeface="Cambria Math" panose="02040503050406030204" pitchFamily="18" charset="0"/>
                        </a:rPr>
                        <m:t>=</m:t>
                      </m:r>
                      <m:r>
                        <a:rPr lang="fr-FR" b="0" i="1" smtClean="0">
                          <a:latin typeface="Cambria Math" panose="02040503050406030204" pitchFamily="18" charset="0"/>
                        </a:rPr>
                        <m:t>𝑏</m:t>
                      </m:r>
                      <m:r>
                        <a:rPr lang="fr-FR" b="0" i="1" smtClean="0">
                          <a:latin typeface="Cambria Math" panose="02040503050406030204" pitchFamily="18" charset="0"/>
                        </a:rPr>
                        <m:t>−</m:t>
                      </m:r>
                      <m:f>
                        <m:fPr>
                          <m:ctrlPr>
                            <a:rPr lang="fr-FR" b="0" i="1" smtClean="0">
                              <a:latin typeface="Cambria Math" panose="02040503050406030204" pitchFamily="18" charset="0"/>
                            </a:rPr>
                          </m:ctrlPr>
                        </m:fPr>
                        <m:num>
                          <m:r>
                            <a:rPr lang="fr-FR" b="0" i="1" smtClean="0">
                              <a:latin typeface="Cambria Math" panose="02040503050406030204" pitchFamily="18" charset="0"/>
                            </a:rPr>
                            <m:t>𝑎</m:t>
                          </m:r>
                          <m:r>
                            <a:rPr lang="fr-FR" b="0" i="1" smtClean="0">
                              <a:latin typeface="Cambria Math" panose="02040503050406030204" pitchFamily="18" charset="0"/>
                            </a:rPr>
                            <m:t>+</m:t>
                          </m:r>
                          <m:r>
                            <a:rPr lang="fr-FR" b="0" i="1" smtClean="0">
                              <a:latin typeface="Cambria Math" panose="02040503050406030204" pitchFamily="18" charset="0"/>
                            </a:rPr>
                            <m:t>𝑐</m:t>
                          </m:r>
                        </m:num>
                        <m:den>
                          <m:r>
                            <a:rPr lang="fr-FR" b="0" i="1" smtClean="0">
                              <a:latin typeface="Cambria Math" panose="02040503050406030204" pitchFamily="18" charset="0"/>
                            </a:rPr>
                            <m:t>2</m:t>
                          </m:r>
                        </m:den>
                      </m:f>
                    </m:oMath>
                  </m:oMathPara>
                </a14:m>
                <a:endParaRPr lang="fr-FR" b="0" dirty="0"/>
              </a:p>
              <a:p>
                <a:pPr/>
                <a14:m>
                  <m:oMathPara xmlns:m="http://schemas.openxmlformats.org/officeDocument/2006/math">
                    <m:oMathParaPr>
                      <m:jc m:val="centerGroup"/>
                    </m:oMathParaPr>
                    <m:oMath xmlns:m="http://schemas.openxmlformats.org/officeDocument/2006/math">
                      <m:sSubSup>
                        <m:sSubSupPr>
                          <m:ctrlPr>
                            <a:rPr lang="fr-FR" b="0" i="1" smtClean="0">
                              <a:latin typeface="Cambria Math" panose="02040503050406030204" pitchFamily="18" charset="0"/>
                            </a:rPr>
                          </m:ctrlPr>
                        </m:sSubSupPr>
                        <m:e>
                          <m:r>
                            <a:rPr lang="fr-FR" b="0" i="1" smtClean="0">
                              <a:latin typeface="Cambria Math" panose="02040503050406030204" pitchFamily="18" charset="0"/>
                            </a:rPr>
                            <m:t>𝐹</m:t>
                          </m:r>
                        </m:e>
                        <m:sub>
                          <m:r>
                            <a:rPr lang="fr-FR" b="0" i="1" smtClean="0">
                              <a:latin typeface="Cambria Math" panose="02040503050406030204" pitchFamily="18" charset="0"/>
                            </a:rPr>
                            <m:t>0</m:t>
                          </m:r>
                        </m:sub>
                        <m:sup>
                          <m:r>
                            <a:rPr lang="fr-FR" b="0" i="1" smtClean="0">
                              <a:latin typeface="Cambria Math" panose="02040503050406030204" pitchFamily="18" charset="0"/>
                            </a:rPr>
                            <m:t>′</m:t>
                          </m:r>
                        </m:sup>
                      </m:sSubSup>
                      <m:r>
                        <a:rPr lang="fr-FR" b="0" i="1" smtClean="0">
                          <a:latin typeface="Cambria Math" panose="02040503050406030204" pitchFamily="18" charset="0"/>
                        </a:rPr>
                        <m:t>=</m:t>
                      </m:r>
                      <m:r>
                        <a:rPr lang="fr-FR" b="0" i="1" smtClean="0">
                          <a:latin typeface="Cambria Math" panose="02040503050406030204" pitchFamily="18" charset="0"/>
                        </a:rPr>
                        <m:t>𝑒</m:t>
                      </m:r>
                      <m:r>
                        <a:rPr lang="fr-FR" b="0" i="1" smtClean="0">
                          <a:latin typeface="Cambria Math" panose="02040503050406030204" pitchFamily="18" charset="0"/>
                        </a:rPr>
                        <m:t>−</m:t>
                      </m:r>
                      <m:f>
                        <m:fPr>
                          <m:ctrlPr>
                            <a:rPr lang="fr-FR" b="0" i="1" smtClean="0">
                              <a:latin typeface="Cambria Math" panose="02040503050406030204" pitchFamily="18" charset="0"/>
                            </a:rPr>
                          </m:ctrlPr>
                        </m:fPr>
                        <m:num>
                          <m:r>
                            <a:rPr lang="fr-FR" b="0" i="1" smtClean="0">
                              <a:latin typeface="Cambria Math" panose="02040503050406030204" pitchFamily="18" charset="0"/>
                            </a:rPr>
                            <m:t>𝑑</m:t>
                          </m:r>
                          <m:r>
                            <a:rPr lang="fr-FR" b="0" i="1" smtClean="0">
                              <a:latin typeface="Cambria Math" panose="02040503050406030204" pitchFamily="18" charset="0"/>
                            </a:rPr>
                            <m:t>+</m:t>
                          </m:r>
                          <m:r>
                            <a:rPr lang="fr-FR" b="0" i="1" smtClean="0">
                              <a:latin typeface="Cambria Math" panose="02040503050406030204" pitchFamily="18" charset="0"/>
                            </a:rPr>
                            <m:t>𝑒</m:t>
                          </m:r>
                        </m:num>
                        <m:den>
                          <m:r>
                            <a:rPr lang="fr-FR" b="0" i="1" smtClean="0">
                              <a:latin typeface="Cambria Math" panose="02040503050406030204" pitchFamily="18" charset="0"/>
                            </a:rPr>
                            <m:t>2</m:t>
                          </m:r>
                        </m:den>
                      </m:f>
                    </m:oMath>
                  </m:oMathPara>
                </a14:m>
                <a:endParaRPr lang="fr-FR" b="0" dirty="0"/>
              </a:p>
              <a:p>
                <a:pPr/>
                <a14:m>
                  <m:oMathPara xmlns:m="http://schemas.openxmlformats.org/officeDocument/2006/math">
                    <m:oMathParaPr>
                      <m:jc m:val="centerGroup"/>
                    </m:oMathParaPr>
                    <m:oMath xmlns:m="http://schemas.openxmlformats.org/officeDocument/2006/math">
                      <m:sSubSup>
                        <m:sSubSupPr>
                          <m:ctrlPr>
                            <a:rPr lang="fr-FR" b="0" i="1" smtClean="0">
                              <a:latin typeface="Cambria Math" panose="02040503050406030204" pitchFamily="18" charset="0"/>
                            </a:rPr>
                          </m:ctrlPr>
                        </m:sSubSupPr>
                        <m:e>
                          <m:r>
                            <a:rPr lang="fr-FR" b="0" i="1" smtClean="0">
                              <a:latin typeface="Cambria Math" panose="02040503050406030204" pitchFamily="18" charset="0"/>
                            </a:rPr>
                            <m:t>𝐹</m:t>
                          </m:r>
                        </m:e>
                        <m:sub>
                          <m:r>
                            <a:rPr lang="fr-FR" b="0" i="1" smtClean="0">
                              <a:latin typeface="Cambria Math" panose="02040503050406030204" pitchFamily="18" charset="0"/>
                            </a:rPr>
                            <m:t>𝑀</m:t>
                          </m:r>
                        </m:sub>
                        <m:sup>
                          <m:r>
                            <a:rPr lang="fr-FR" b="0" i="1" smtClean="0">
                              <a:latin typeface="Cambria Math" panose="02040503050406030204" pitchFamily="18" charset="0"/>
                            </a:rPr>
                            <m:t>′</m:t>
                          </m:r>
                        </m:sup>
                      </m:sSubSup>
                      <m:r>
                        <a:rPr lang="fr-FR" b="0" i="1" smtClean="0">
                          <a:latin typeface="Cambria Math" panose="02040503050406030204" pitchFamily="18" charset="0"/>
                        </a:rPr>
                        <m:t>=</m:t>
                      </m:r>
                      <m:r>
                        <a:rPr lang="fr-FR" b="0" i="1" smtClean="0">
                          <a:latin typeface="Cambria Math" panose="02040503050406030204" pitchFamily="18" charset="0"/>
                        </a:rPr>
                        <m:t>h</m:t>
                      </m:r>
                      <m:r>
                        <a:rPr lang="fr-FR" b="0" i="1" smtClean="0">
                          <a:latin typeface="Cambria Math" panose="02040503050406030204" pitchFamily="18" charset="0"/>
                        </a:rPr>
                        <m:t>−</m:t>
                      </m:r>
                      <m:f>
                        <m:fPr>
                          <m:ctrlPr>
                            <a:rPr lang="fr-FR" b="0" i="1" smtClean="0">
                              <a:latin typeface="Cambria Math" panose="02040503050406030204" pitchFamily="18" charset="0"/>
                            </a:rPr>
                          </m:ctrlPr>
                        </m:fPr>
                        <m:num>
                          <m:r>
                            <a:rPr lang="fr-FR" b="0" i="1" smtClean="0">
                              <a:latin typeface="Cambria Math" panose="02040503050406030204" pitchFamily="18" charset="0"/>
                            </a:rPr>
                            <m:t>𝑔</m:t>
                          </m:r>
                          <m:r>
                            <a:rPr lang="fr-FR" b="0" i="1" smtClean="0">
                              <a:latin typeface="Cambria Math" panose="02040503050406030204" pitchFamily="18" charset="0"/>
                            </a:rPr>
                            <m:t>+</m:t>
                          </m:r>
                          <m:r>
                            <a:rPr lang="fr-FR" b="0" i="1" smtClean="0">
                              <a:latin typeface="Cambria Math" panose="02040503050406030204" pitchFamily="18" charset="0"/>
                            </a:rPr>
                            <m:t>𝑖</m:t>
                          </m:r>
                        </m:num>
                        <m:den>
                          <m:r>
                            <a:rPr lang="fr-FR" b="0" i="1" smtClean="0">
                              <a:latin typeface="Cambria Math" panose="02040503050406030204" pitchFamily="18" charset="0"/>
                            </a:rPr>
                            <m:t>2</m:t>
                          </m:r>
                        </m:den>
                      </m:f>
                    </m:oMath>
                  </m:oMathPara>
                </a14:m>
                <a:endParaRPr lang="en-US" dirty="0"/>
              </a:p>
            </p:txBody>
          </p:sp>
        </mc:Choice>
        <mc:Fallback xmlns="">
          <p:sp>
            <p:nvSpPr>
              <p:cNvPr id="18" name="ZoneTexte 17">
                <a:extLst>
                  <a:ext uri="{FF2B5EF4-FFF2-40B4-BE49-F238E27FC236}">
                    <a16:creationId xmlns:a16="http://schemas.microsoft.com/office/drawing/2014/main" id="{C6669267-9EC7-8CF7-72C9-0E78A7B430A7}"/>
                  </a:ext>
                </a:extLst>
              </p:cNvPr>
              <p:cNvSpPr txBox="1">
                <a:spLocks noRot="1" noChangeAspect="1" noMove="1" noResize="1" noEditPoints="1" noAdjustHandles="1" noChangeArrowheads="1" noChangeShapeType="1" noTextEdit="1"/>
              </p:cNvSpPr>
              <p:nvPr/>
            </p:nvSpPr>
            <p:spPr>
              <a:xfrm>
                <a:off x="2892501" y="3399802"/>
                <a:ext cx="1718997" cy="1632691"/>
              </a:xfrm>
              <a:prstGeom prst="rect">
                <a:avLst/>
              </a:prstGeom>
              <a:blipFill>
                <a:blip r:embed="rId8"/>
                <a:stretch>
                  <a:fillRect/>
                </a:stretch>
              </a:blipFill>
            </p:spPr>
            <p:txBody>
              <a:bodyPr/>
              <a:lstStyle/>
              <a:p>
                <a:r>
                  <a:rPr lang="en-GB">
                    <a:noFill/>
                  </a:rPr>
                  <a:t> </a:t>
                </a:r>
              </a:p>
            </p:txBody>
          </p:sp>
        </mc:Fallback>
      </mc:AlternateContent>
      <p:sp>
        <p:nvSpPr>
          <p:cNvPr id="19" name="ZoneTexte 1">
            <a:extLst>
              <a:ext uri="{FF2B5EF4-FFF2-40B4-BE49-F238E27FC236}">
                <a16:creationId xmlns:a16="http://schemas.microsoft.com/office/drawing/2014/main" id="{212A4F92-5459-F74A-F66E-00CA42F714F5}"/>
              </a:ext>
            </a:extLst>
          </p:cNvPr>
          <p:cNvSpPr txBox="1"/>
          <p:nvPr/>
        </p:nvSpPr>
        <p:spPr>
          <a:xfrm>
            <a:off x="287210" y="2290387"/>
            <a:ext cx="1760385" cy="276999"/>
          </a:xfrm>
          <a:prstGeom prst="rect">
            <a:avLst/>
          </a:prstGeom>
          <a:solidFill>
            <a:schemeClr val="bg1">
              <a:lumMod val="75000"/>
            </a:schemeClr>
          </a:solidFill>
          <a:ln>
            <a:solidFill>
              <a:schemeClr val="tx1"/>
            </a:solidFill>
          </a:ln>
        </p:spPr>
        <p:txBody>
          <a:bodyPr wrap="square" rtlCol="0">
            <a:spAutoFit/>
          </a:bodyPr>
          <a:lstStyle/>
          <a:p>
            <a:pPr algn="ctr"/>
            <a:r>
              <a:rPr lang="fr-FR" sz="1200" dirty="0" err="1">
                <a:latin typeface="Times New Roman" panose="02020603050405020304" pitchFamily="18" charset="0"/>
                <a:cs typeface="Times New Roman" panose="02020603050405020304" pitchFamily="18" charset="0"/>
              </a:rPr>
              <a:t>Dark-adapted</a:t>
            </a:r>
            <a:endParaRPr lang="en-US" sz="1200" dirty="0">
              <a:latin typeface="Times New Roman" panose="02020603050405020304" pitchFamily="18" charset="0"/>
              <a:cs typeface="Times New Roman" panose="02020603050405020304" pitchFamily="18" charset="0"/>
            </a:endParaRPr>
          </a:p>
        </p:txBody>
      </p:sp>
      <p:grpSp>
        <p:nvGrpSpPr>
          <p:cNvPr id="20" name="Groupe 19">
            <a:extLst>
              <a:ext uri="{FF2B5EF4-FFF2-40B4-BE49-F238E27FC236}">
                <a16:creationId xmlns:a16="http://schemas.microsoft.com/office/drawing/2014/main" id="{1419A107-2D90-7DB7-34F3-AFD54625A9EF}"/>
              </a:ext>
            </a:extLst>
          </p:cNvPr>
          <p:cNvGrpSpPr/>
          <p:nvPr/>
        </p:nvGrpSpPr>
        <p:grpSpPr>
          <a:xfrm>
            <a:off x="2736796" y="405950"/>
            <a:ext cx="1644660" cy="1245429"/>
            <a:chOff x="64154" y="422768"/>
            <a:chExt cx="1644660" cy="1245429"/>
          </a:xfrm>
        </p:grpSpPr>
        <p:pic>
          <p:nvPicPr>
            <p:cNvPr id="21" name="Image 20">
              <a:extLst>
                <a:ext uri="{FF2B5EF4-FFF2-40B4-BE49-F238E27FC236}">
                  <a16:creationId xmlns:a16="http://schemas.microsoft.com/office/drawing/2014/main" id="{1BE7038F-8981-E36A-0038-E6B20C41DD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8468" y="422768"/>
              <a:ext cx="1500346" cy="1180600"/>
            </a:xfrm>
            <a:prstGeom prst="rect">
              <a:avLst/>
            </a:prstGeom>
          </p:spPr>
        </p:pic>
        <p:sp>
          <p:nvSpPr>
            <p:cNvPr id="22" name="Rounded Rectangle 30">
              <a:extLst>
                <a:ext uri="{FF2B5EF4-FFF2-40B4-BE49-F238E27FC236}">
                  <a16:creationId xmlns:a16="http://schemas.microsoft.com/office/drawing/2014/main" id="{5407A545-75D8-487E-3219-226BA39CC6A7}"/>
                </a:ext>
              </a:extLst>
            </p:cNvPr>
            <p:cNvSpPr/>
            <p:nvPr/>
          </p:nvSpPr>
          <p:spPr>
            <a:xfrm>
              <a:off x="1351805" y="1338775"/>
              <a:ext cx="329346" cy="206312"/>
            </a:xfrm>
            <a:prstGeom prst="roundRect">
              <a:avLst>
                <a:gd name="adj" fmla="val 21627"/>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800" dirty="0">
                  <a:solidFill>
                    <a:srgbClr val="A12018"/>
                  </a:solidFill>
                  <a:latin typeface="Times New Roman" panose="02020603050405020304" pitchFamily="18" charset="0"/>
                  <a:cs typeface="Times New Roman" panose="02020603050405020304" pitchFamily="18" charset="0"/>
                </a:rPr>
                <a:t>NPQ</a:t>
              </a:r>
            </a:p>
          </p:txBody>
        </p:sp>
        <p:sp>
          <p:nvSpPr>
            <p:cNvPr id="23" name="Rounded Rectangle 30">
              <a:extLst>
                <a:ext uri="{FF2B5EF4-FFF2-40B4-BE49-F238E27FC236}">
                  <a16:creationId xmlns:a16="http://schemas.microsoft.com/office/drawing/2014/main" id="{A122374C-2F1E-97C1-36F9-6CF5BBA6CAC9}"/>
                </a:ext>
              </a:extLst>
            </p:cNvPr>
            <p:cNvSpPr/>
            <p:nvPr/>
          </p:nvSpPr>
          <p:spPr>
            <a:xfrm>
              <a:off x="209108" y="1385094"/>
              <a:ext cx="375727" cy="206312"/>
            </a:xfrm>
            <a:prstGeom prst="roundRect">
              <a:avLst>
                <a:gd name="adj" fmla="val 21627"/>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800" dirty="0">
                  <a:solidFill>
                    <a:srgbClr val="FF0000"/>
                  </a:solidFill>
                  <a:latin typeface="Times New Roman" panose="02020603050405020304" pitchFamily="18" charset="0"/>
                  <a:cs typeface="Times New Roman" panose="02020603050405020304" pitchFamily="18" charset="0"/>
                </a:rPr>
                <a:t>Fluo</a:t>
              </a:r>
            </a:p>
          </p:txBody>
        </p:sp>
        <p:sp>
          <p:nvSpPr>
            <p:cNvPr id="24" name="Rounded Rectangle 30">
              <a:extLst>
                <a:ext uri="{FF2B5EF4-FFF2-40B4-BE49-F238E27FC236}">
                  <a16:creationId xmlns:a16="http://schemas.microsoft.com/office/drawing/2014/main" id="{90D8C63E-E6E9-5C9F-F18C-EA343A579425}"/>
                </a:ext>
              </a:extLst>
            </p:cNvPr>
            <p:cNvSpPr/>
            <p:nvPr/>
          </p:nvSpPr>
          <p:spPr>
            <a:xfrm>
              <a:off x="630035" y="1134421"/>
              <a:ext cx="657211" cy="307510"/>
            </a:xfrm>
            <a:prstGeom prst="roundRect">
              <a:avLst>
                <a:gd name="adj" fmla="val 21627"/>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800" dirty="0" err="1">
                  <a:solidFill>
                    <a:schemeClr val="accent2"/>
                  </a:solidFill>
                  <a:latin typeface="Times New Roman" panose="02020603050405020304" pitchFamily="18" charset="0"/>
                  <a:cs typeface="Times New Roman" panose="02020603050405020304" pitchFamily="18" charset="0"/>
                </a:rPr>
                <a:t>Photochemical</a:t>
              </a:r>
              <a:r>
                <a:rPr lang="fr-FR" sz="800" dirty="0">
                  <a:solidFill>
                    <a:schemeClr val="accent2"/>
                  </a:solidFill>
                  <a:latin typeface="Times New Roman" panose="02020603050405020304" pitchFamily="18" charset="0"/>
                  <a:cs typeface="Times New Roman" panose="02020603050405020304" pitchFamily="18" charset="0"/>
                </a:rPr>
                <a:t> </a:t>
              </a:r>
              <a:r>
                <a:rPr lang="fr-FR" sz="800" dirty="0" err="1">
                  <a:solidFill>
                    <a:schemeClr val="accent2"/>
                  </a:solidFill>
                  <a:latin typeface="Times New Roman" panose="02020603050405020304" pitchFamily="18" charset="0"/>
                  <a:cs typeface="Times New Roman" panose="02020603050405020304" pitchFamily="18" charset="0"/>
                </a:rPr>
                <a:t>Quenching</a:t>
              </a:r>
              <a:endParaRPr lang="fr-FR" sz="800" dirty="0">
                <a:solidFill>
                  <a:schemeClr val="accent2"/>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5" name="ZoneTexte 24">
                  <a:extLst>
                    <a:ext uri="{FF2B5EF4-FFF2-40B4-BE49-F238E27FC236}">
                      <a16:creationId xmlns:a16="http://schemas.microsoft.com/office/drawing/2014/main" id="{987B05E3-C86E-41B1-9836-7961F0A1D64C}"/>
                    </a:ext>
                  </a:extLst>
                </p:cNvPr>
                <p:cNvSpPr txBox="1"/>
                <p:nvPr/>
              </p:nvSpPr>
              <p:spPr>
                <a:xfrm>
                  <a:off x="64154" y="1155512"/>
                  <a:ext cx="355097" cy="24622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fr-FR" sz="1000" b="0" i="1" smtClean="0">
                                <a:solidFill>
                                  <a:srgbClr val="FF0000"/>
                                </a:solidFill>
                                <a:latin typeface="Cambria Math" panose="02040503050406030204" pitchFamily="18" charset="0"/>
                              </a:rPr>
                            </m:ctrlPr>
                          </m:sSubPr>
                          <m:e>
                            <m:r>
                              <a:rPr lang="fr-FR" sz="1000" b="0" i="1" smtClean="0">
                                <a:solidFill>
                                  <a:srgbClr val="FF0000"/>
                                </a:solidFill>
                                <a:latin typeface="Cambria Math" panose="02040503050406030204" pitchFamily="18" charset="0"/>
                              </a:rPr>
                              <m:t>𝑘</m:t>
                            </m:r>
                          </m:e>
                          <m:sub>
                            <m:r>
                              <a:rPr lang="fr-FR" sz="1000" b="0" i="1" smtClean="0">
                                <a:solidFill>
                                  <a:srgbClr val="FF0000"/>
                                </a:solidFill>
                                <a:latin typeface="Cambria Math" panose="02040503050406030204" pitchFamily="18" charset="0"/>
                              </a:rPr>
                              <m:t>𝐹</m:t>
                            </m:r>
                          </m:sub>
                        </m:sSub>
                      </m:oMath>
                    </m:oMathPara>
                  </a14:m>
                  <a:endParaRPr lang="en-GB" sz="1000" dirty="0">
                    <a:solidFill>
                      <a:srgbClr val="FF0000"/>
                    </a:solidFill>
                  </a:endParaRPr>
                </a:p>
              </p:txBody>
            </p:sp>
          </mc:Choice>
          <mc:Fallback xmlns="">
            <p:sp>
              <p:nvSpPr>
                <p:cNvPr id="25" name="ZoneTexte 24">
                  <a:extLst>
                    <a:ext uri="{FF2B5EF4-FFF2-40B4-BE49-F238E27FC236}">
                      <a16:creationId xmlns:a16="http://schemas.microsoft.com/office/drawing/2014/main" id="{987B05E3-C86E-41B1-9836-7961F0A1D64C}"/>
                    </a:ext>
                  </a:extLst>
                </p:cNvPr>
                <p:cNvSpPr txBox="1">
                  <a:spLocks noRot="1" noChangeAspect="1" noMove="1" noResize="1" noEditPoints="1" noAdjustHandles="1" noChangeArrowheads="1" noChangeShapeType="1" noTextEdit="1"/>
                </p:cNvSpPr>
                <p:nvPr/>
              </p:nvSpPr>
              <p:spPr>
                <a:xfrm>
                  <a:off x="64154" y="1155512"/>
                  <a:ext cx="355097" cy="246221"/>
                </a:xfrm>
                <a:prstGeom prst="rect">
                  <a:avLst/>
                </a:prstGeom>
                <a:blipFill>
                  <a:blip r:embed="rId9"/>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6" name="ZoneTexte 25">
                  <a:extLst>
                    <a:ext uri="{FF2B5EF4-FFF2-40B4-BE49-F238E27FC236}">
                      <a16:creationId xmlns:a16="http://schemas.microsoft.com/office/drawing/2014/main" id="{28B2C4CB-F1AB-FF3B-73C5-776D69CADEAF}"/>
                    </a:ext>
                  </a:extLst>
                </p:cNvPr>
                <p:cNvSpPr txBox="1"/>
                <p:nvPr/>
              </p:nvSpPr>
              <p:spPr>
                <a:xfrm>
                  <a:off x="668174" y="1421976"/>
                  <a:ext cx="596702" cy="24622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fr-FR" sz="1000" b="0" i="1" smtClean="0">
                                <a:solidFill>
                                  <a:schemeClr val="accent2"/>
                                </a:solidFill>
                                <a:latin typeface="Cambria Math" panose="02040503050406030204" pitchFamily="18" charset="0"/>
                              </a:rPr>
                            </m:ctrlPr>
                          </m:sSubSupPr>
                          <m:e>
                            <m:r>
                              <a:rPr lang="fr-FR" sz="1000" b="0" i="1" smtClean="0">
                                <a:solidFill>
                                  <a:schemeClr val="accent2"/>
                                </a:solidFill>
                                <a:latin typeface="Cambria Math" panose="02040503050406030204" pitchFamily="18" charset="0"/>
                              </a:rPr>
                              <m:t>𝑘</m:t>
                            </m:r>
                          </m:e>
                          <m:sub>
                            <m:r>
                              <a:rPr lang="fr-FR" sz="1000" b="0" i="1" smtClean="0">
                                <a:solidFill>
                                  <a:schemeClr val="accent2"/>
                                </a:solidFill>
                                <a:latin typeface="Cambria Math" panose="02040503050406030204" pitchFamily="18" charset="0"/>
                              </a:rPr>
                              <m:t>𝑃</m:t>
                            </m:r>
                          </m:sub>
                          <m:sup>
                            <m:r>
                              <a:rPr lang="fr-FR" sz="1000" b="0" i="1" smtClean="0">
                                <a:solidFill>
                                  <a:schemeClr val="accent2"/>
                                </a:solidFill>
                                <a:latin typeface="Cambria Math" panose="02040503050406030204" pitchFamily="18" charset="0"/>
                              </a:rPr>
                              <m:t>′</m:t>
                            </m:r>
                          </m:sup>
                        </m:sSubSup>
                        <m:d>
                          <m:dPr>
                            <m:begChr m:val="["/>
                            <m:endChr m:val="]"/>
                            <m:ctrlPr>
                              <a:rPr lang="fr-FR" sz="1000" b="0" i="1" smtClean="0">
                                <a:solidFill>
                                  <a:schemeClr val="accent2"/>
                                </a:solidFill>
                                <a:latin typeface="Cambria Math" panose="02040503050406030204" pitchFamily="18" charset="0"/>
                              </a:rPr>
                            </m:ctrlPr>
                          </m:dPr>
                          <m:e>
                            <m:sSub>
                              <m:sSubPr>
                                <m:ctrlPr>
                                  <a:rPr lang="fr-FR" sz="1000" b="0" i="1" smtClean="0">
                                    <a:solidFill>
                                      <a:schemeClr val="accent2"/>
                                    </a:solidFill>
                                    <a:latin typeface="Cambria Math" panose="02040503050406030204" pitchFamily="18" charset="0"/>
                                  </a:rPr>
                                </m:ctrlPr>
                              </m:sSubPr>
                              <m:e>
                                <m:r>
                                  <a:rPr lang="fr-FR" sz="1000" b="0" i="1" smtClean="0">
                                    <a:solidFill>
                                      <a:schemeClr val="accent2"/>
                                    </a:solidFill>
                                    <a:latin typeface="Cambria Math" panose="02040503050406030204" pitchFamily="18" charset="0"/>
                                  </a:rPr>
                                  <m:t>𝑄</m:t>
                                </m:r>
                              </m:e>
                              <m:sub>
                                <m:r>
                                  <a:rPr lang="fr-FR" sz="1000" b="0" i="1" smtClean="0">
                                    <a:solidFill>
                                      <a:schemeClr val="accent2"/>
                                    </a:solidFill>
                                    <a:latin typeface="Cambria Math" panose="02040503050406030204" pitchFamily="18" charset="0"/>
                                  </a:rPr>
                                  <m:t>𝐴</m:t>
                                </m:r>
                              </m:sub>
                            </m:sSub>
                          </m:e>
                        </m:d>
                      </m:oMath>
                    </m:oMathPara>
                  </a14:m>
                  <a:endParaRPr lang="en-GB" sz="1000" dirty="0">
                    <a:solidFill>
                      <a:schemeClr val="accent2"/>
                    </a:solidFill>
                  </a:endParaRPr>
                </a:p>
              </p:txBody>
            </p:sp>
          </mc:Choice>
          <mc:Fallback xmlns="">
            <p:sp>
              <p:nvSpPr>
                <p:cNvPr id="26" name="ZoneTexte 25">
                  <a:extLst>
                    <a:ext uri="{FF2B5EF4-FFF2-40B4-BE49-F238E27FC236}">
                      <a16:creationId xmlns:a16="http://schemas.microsoft.com/office/drawing/2014/main" id="{28B2C4CB-F1AB-FF3B-73C5-776D69CADEAF}"/>
                    </a:ext>
                  </a:extLst>
                </p:cNvPr>
                <p:cNvSpPr txBox="1">
                  <a:spLocks noRot="1" noChangeAspect="1" noMove="1" noResize="1" noEditPoints="1" noAdjustHandles="1" noChangeArrowheads="1" noChangeShapeType="1" noTextEdit="1"/>
                </p:cNvSpPr>
                <p:nvPr/>
              </p:nvSpPr>
              <p:spPr>
                <a:xfrm>
                  <a:off x="668174" y="1421976"/>
                  <a:ext cx="596702" cy="246221"/>
                </a:xfrm>
                <a:prstGeom prst="rect">
                  <a:avLst/>
                </a:prstGeom>
                <a:blipFill>
                  <a:blip r:embed="rId10"/>
                  <a:stretch>
                    <a:fillRect b="-2500"/>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7" name="ZoneTexte 26">
                  <a:extLst>
                    <a:ext uri="{FF2B5EF4-FFF2-40B4-BE49-F238E27FC236}">
                      <a16:creationId xmlns:a16="http://schemas.microsoft.com/office/drawing/2014/main" id="{5569D846-65D9-A545-1815-15FBDC732C45}"/>
                    </a:ext>
                  </a:extLst>
                </p:cNvPr>
                <p:cNvSpPr txBox="1"/>
                <p:nvPr/>
              </p:nvSpPr>
              <p:spPr>
                <a:xfrm>
                  <a:off x="1181222" y="972984"/>
                  <a:ext cx="492250" cy="26007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fr-FR" sz="1000" b="0" i="1" smtClean="0">
                                <a:solidFill>
                                  <a:srgbClr val="A12018"/>
                                </a:solidFill>
                                <a:latin typeface="Cambria Math" panose="02040503050406030204" pitchFamily="18" charset="0"/>
                              </a:rPr>
                            </m:ctrlPr>
                          </m:sSubSupPr>
                          <m:e>
                            <m:r>
                              <a:rPr lang="fr-FR" sz="1000" b="0" i="1" smtClean="0">
                                <a:solidFill>
                                  <a:srgbClr val="A12018"/>
                                </a:solidFill>
                                <a:latin typeface="Cambria Math" panose="02040503050406030204" pitchFamily="18" charset="0"/>
                              </a:rPr>
                              <m:t>𝑘</m:t>
                            </m:r>
                          </m:e>
                          <m:sub>
                            <m:r>
                              <a:rPr lang="fr-FR" sz="1000" b="0" i="1" smtClean="0">
                                <a:solidFill>
                                  <a:srgbClr val="A12018"/>
                                </a:solidFill>
                                <a:latin typeface="Cambria Math" panose="02040503050406030204" pitchFamily="18" charset="0"/>
                              </a:rPr>
                              <m:t>𝑁𝑃𝑄</m:t>
                            </m:r>
                          </m:sub>
                          <m:sup>
                            <m:r>
                              <a:rPr lang="fr-FR" sz="1000" b="0" i="1" smtClean="0">
                                <a:solidFill>
                                  <a:srgbClr val="A12018"/>
                                </a:solidFill>
                                <a:latin typeface="Cambria Math" panose="02040503050406030204" pitchFamily="18" charset="0"/>
                              </a:rPr>
                              <m:t>′</m:t>
                            </m:r>
                          </m:sup>
                        </m:sSubSup>
                      </m:oMath>
                    </m:oMathPara>
                  </a14:m>
                  <a:endParaRPr lang="en-GB" sz="1000" dirty="0">
                    <a:solidFill>
                      <a:srgbClr val="A12018"/>
                    </a:solidFill>
                  </a:endParaRPr>
                </a:p>
              </p:txBody>
            </p:sp>
          </mc:Choice>
          <mc:Fallback xmlns="">
            <p:sp>
              <p:nvSpPr>
                <p:cNvPr id="27" name="ZoneTexte 26">
                  <a:extLst>
                    <a:ext uri="{FF2B5EF4-FFF2-40B4-BE49-F238E27FC236}">
                      <a16:creationId xmlns:a16="http://schemas.microsoft.com/office/drawing/2014/main" id="{5569D846-65D9-A545-1815-15FBDC732C45}"/>
                    </a:ext>
                  </a:extLst>
                </p:cNvPr>
                <p:cNvSpPr txBox="1">
                  <a:spLocks noRot="1" noChangeAspect="1" noMove="1" noResize="1" noEditPoints="1" noAdjustHandles="1" noChangeArrowheads="1" noChangeShapeType="1" noTextEdit="1"/>
                </p:cNvSpPr>
                <p:nvPr/>
              </p:nvSpPr>
              <p:spPr>
                <a:xfrm>
                  <a:off x="1181222" y="972984"/>
                  <a:ext cx="492250" cy="260071"/>
                </a:xfrm>
                <a:prstGeom prst="rect">
                  <a:avLst/>
                </a:prstGeom>
                <a:blipFill>
                  <a:blip r:embed="rId11"/>
                  <a:stretch>
                    <a:fillRect/>
                  </a:stretch>
                </a:blipFill>
              </p:spPr>
              <p:txBody>
                <a:bodyPr/>
                <a:lstStyle/>
                <a:p>
                  <a:r>
                    <a:rPr lang="en-GB">
                      <a:noFill/>
                    </a:rPr>
                    <a:t> </a:t>
                  </a:r>
                </a:p>
              </p:txBody>
            </p:sp>
          </mc:Fallback>
        </mc:AlternateContent>
      </p:grpSp>
      <p:sp>
        <p:nvSpPr>
          <p:cNvPr id="28" name="ZoneTexte 1">
            <a:extLst>
              <a:ext uri="{FF2B5EF4-FFF2-40B4-BE49-F238E27FC236}">
                <a16:creationId xmlns:a16="http://schemas.microsoft.com/office/drawing/2014/main" id="{A8FBCCC8-919D-A9D5-6BE4-CD818FA5D14D}"/>
              </a:ext>
            </a:extLst>
          </p:cNvPr>
          <p:cNvSpPr txBox="1"/>
          <p:nvPr/>
        </p:nvSpPr>
        <p:spPr>
          <a:xfrm>
            <a:off x="2678934" y="2828256"/>
            <a:ext cx="1760385" cy="276999"/>
          </a:xfrm>
          <a:prstGeom prst="rect">
            <a:avLst/>
          </a:prstGeom>
          <a:solidFill>
            <a:schemeClr val="accent5">
              <a:lumMod val="40000"/>
              <a:lumOff val="60000"/>
            </a:schemeClr>
          </a:solidFill>
          <a:ln>
            <a:solidFill>
              <a:schemeClr val="tx1"/>
            </a:solidFill>
          </a:ln>
        </p:spPr>
        <p:txBody>
          <a:bodyPr wrap="square" rtlCol="0">
            <a:spAutoFit/>
          </a:bodyPr>
          <a:lstStyle/>
          <a:p>
            <a:pPr algn="ctr"/>
            <a:r>
              <a:rPr lang="fr-FR" sz="1200" dirty="0">
                <a:latin typeface="Times New Roman" panose="02020603050405020304" pitchFamily="18" charset="0"/>
                <a:cs typeface="Times New Roman" panose="02020603050405020304" pitchFamily="18" charset="0"/>
              </a:rPr>
              <a:t>Light-</a:t>
            </a:r>
            <a:r>
              <a:rPr lang="fr-FR" sz="1200" dirty="0" err="1">
                <a:latin typeface="Times New Roman" panose="02020603050405020304" pitchFamily="18" charset="0"/>
                <a:cs typeface="Times New Roman" panose="02020603050405020304" pitchFamily="18" charset="0"/>
              </a:rPr>
              <a:t>adapted</a:t>
            </a:r>
            <a:endParaRPr lang="en-US" sz="12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9" name="ZoneTexte 28">
                <a:extLst>
                  <a:ext uri="{FF2B5EF4-FFF2-40B4-BE49-F238E27FC236}">
                    <a16:creationId xmlns:a16="http://schemas.microsoft.com/office/drawing/2014/main" id="{06E3C5FD-1579-F2DE-EFD8-54CFC050AD46}"/>
                  </a:ext>
                </a:extLst>
              </p:cNvPr>
              <p:cNvSpPr txBox="1"/>
              <p:nvPr/>
            </p:nvSpPr>
            <p:spPr>
              <a:xfrm>
                <a:off x="2481107" y="1643179"/>
                <a:ext cx="2156038" cy="55758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fr-FR" sz="1400" b="0" i="1" dirty="0" smtClean="0">
                              <a:latin typeface="Cambria Math" panose="02040503050406030204" pitchFamily="18" charset="0"/>
                            </a:rPr>
                          </m:ctrlPr>
                        </m:fPr>
                        <m:num>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𝑣</m:t>
                              </m:r>
                            </m:sub>
                            <m:sup>
                              <m:r>
                                <a:rPr lang="fr-FR" sz="1400" b="0" i="1" dirty="0" smtClean="0">
                                  <a:latin typeface="Cambria Math" panose="02040503050406030204" pitchFamily="18" charset="0"/>
                                </a:rPr>
                                <m:t>′</m:t>
                              </m:r>
                            </m:sup>
                          </m:sSubSup>
                        </m:num>
                        <m:den>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𝑀</m:t>
                              </m:r>
                            </m:sub>
                            <m:sup>
                              <m:r>
                                <a:rPr lang="fr-FR" sz="1400" b="0" i="1" dirty="0" smtClean="0">
                                  <a:latin typeface="Cambria Math" panose="02040503050406030204" pitchFamily="18" charset="0"/>
                                </a:rPr>
                                <m:t>′</m:t>
                              </m:r>
                            </m:sup>
                          </m:sSubSup>
                        </m:den>
                      </m:f>
                      <m:r>
                        <a:rPr lang="fr-FR" sz="1400" b="0" i="1" dirty="0" smtClean="0">
                          <a:latin typeface="Cambria Math" panose="02040503050406030204" pitchFamily="18" charset="0"/>
                        </a:rPr>
                        <m:t>=</m:t>
                      </m:r>
                      <m:f>
                        <m:fPr>
                          <m:ctrlPr>
                            <a:rPr lang="fr-FR" sz="1400" b="0" i="1" dirty="0" smtClean="0">
                              <a:latin typeface="Cambria Math" panose="02040503050406030204" pitchFamily="18" charset="0"/>
                            </a:rPr>
                          </m:ctrlPr>
                        </m:fPr>
                        <m:num>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𝑀</m:t>
                              </m:r>
                            </m:sub>
                            <m:sup>
                              <m:r>
                                <a:rPr lang="fr-FR" sz="1400" b="0" i="1" dirty="0" smtClean="0">
                                  <a:latin typeface="Cambria Math" panose="02040503050406030204" pitchFamily="18" charset="0"/>
                                </a:rPr>
                                <m:t>′</m:t>
                              </m:r>
                            </m:sup>
                          </m:sSubSup>
                          <m:r>
                            <a:rPr lang="fr-FR" sz="1400" b="0" i="1" dirty="0" smtClean="0">
                              <a:latin typeface="Cambria Math" panose="02040503050406030204" pitchFamily="18" charset="0"/>
                            </a:rPr>
                            <m:t>−</m:t>
                          </m:r>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0</m:t>
                              </m:r>
                            </m:sub>
                            <m:sup>
                              <m:r>
                                <a:rPr lang="fr-FR" sz="1400" b="0" i="1" dirty="0" smtClean="0">
                                  <a:latin typeface="Cambria Math" panose="02040503050406030204" pitchFamily="18" charset="0"/>
                                </a:rPr>
                                <m:t>′</m:t>
                              </m:r>
                            </m:sup>
                          </m:sSubSup>
                        </m:num>
                        <m:den>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𝑀</m:t>
                              </m:r>
                            </m:sub>
                            <m:sup>
                              <m:r>
                                <a:rPr lang="fr-FR" sz="1400" b="0" i="1" dirty="0" smtClean="0">
                                  <a:latin typeface="Cambria Math" panose="02040503050406030204" pitchFamily="18" charset="0"/>
                                </a:rPr>
                                <m:t>′</m:t>
                              </m:r>
                            </m:sup>
                          </m:sSubSup>
                        </m:den>
                      </m:f>
                      <m:r>
                        <a:rPr lang="fr-FR" sz="1400" b="0" i="1" dirty="0" smtClean="0">
                          <a:latin typeface="Cambria Math" panose="02040503050406030204" pitchFamily="18" charset="0"/>
                        </a:rPr>
                        <m:t>=</m:t>
                      </m:r>
                      <m:sSubSup>
                        <m:sSubSupPr>
                          <m:ctrlPr>
                            <a:rPr lang="fr-FR" sz="1400" b="0" i="1" smtClean="0">
                              <a:latin typeface="Cambria Math" panose="02040503050406030204" pitchFamily="18" charset="0"/>
                            </a:rPr>
                          </m:ctrlPr>
                        </m:sSubSupPr>
                        <m:e>
                          <m:r>
                            <m:rPr>
                              <m:sty m:val="p"/>
                            </m:rPr>
                            <a:rPr lang="en-US" sz="1400" b="0" i="0" smtClean="0">
                              <a:latin typeface="Cambria Math" panose="02040503050406030204" pitchFamily="18" charset="0"/>
                            </a:rPr>
                            <m:t>Φ</m:t>
                          </m:r>
                        </m:e>
                        <m:sub>
                          <m:r>
                            <a:rPr lang="fr-FR" sz="1400" b="0" i="1" smtClean="0">
                              <a:latin typeface="Cambria Math" panose="02040503050406030204" pitchFamily="18" charset="0"/>
                            </a:rPr>
                            <m:t>𝑃𝑆𝐼𝐼</m:t>
                          </m:r>
                        </m:sub>
                        <m:sup>
                          <m:r>
                            <m:rPr>
                              <m:sty m:val="p"/>
                            </m:rPr>
                            <a:rPr lang="fr-FR" sz="1400" b="0" i="0" smtClean="0">
                              <a:latin typeface="Cambria Math" panose="02040503050406030204" pitchFamily="18" charset="0"/>
                            </a:rPr>
                            <m:t>max</m:t>
                          </m:r>
                        </m:sup>
                      </m:sSubSup>
                      <m:d>
                        <m:dPr>
                          <m:ctrlPr>
                            <a:rPr lang="fr-FR" sz="1400" b="0" i="1" smtClean="0">
                              <a:latin typeface="Cambria Math" panose="02040503050406030204" pitchFamily="18" charset="0"/>
                            </a:rPr>
                          </m:ctrlPr>
                        </m:dPr>
                        <m:e>
                          <m:r>
                            <a:rPr lang="fr-FR" sz="1400" b="0" i="1" smtClean="0">
                              <a:latin typeface="Cambria Math" panose="02040503050406030204" pitchFamily="18" charset="0"/>
                            </a:rPr>
                            <m:t>𝐼</m:t>
                          </m:r>
                        </m:e>
                      </m:d>
                    </m:oMath>
                  </m:oMathPara>
                </a14:m>
                <a:endParaRPr lang="en-US" sz="1400" dirty="0"/>
              </a:p>
            </p:txBody>
          </p:sp>
        </mc:Choice>
        <mc:Fallback xmlns="">
          <p:sp>
            <p:nvSpPr>
              <p:cNvPr id="29" name="ZoneTexte 28">
                <a:extLst>
                  <a:ext uri="{FF2B5EF4-FFF2-40B4-BE49-F238E27FC236}">
                    <a16:creationId xmlns:a16="http://schemas.microsoft.com/office/drawing/2014/main" id="{06E3C5FD-1579-F2DE-EFD8-54CFC050AD46}"/>
                  </a:ext>
                </a:extLst>
              </p:cNvPr>
              <p:cNvSpPr txBox="1">
                <a:spLocks noRot="1" noChangeAspect="1" noMove="1" noResize="1" noEditPoints="1" noAdjustHandles="1" noChangeArrowheads="1" noChangeShapeType="1" noTextEdit="1"/>
              </p:cNvSpPr>
              <p:nvPr/>
            </p:nvSpPr>
            <p:spPr>
              <a:xfrm>
                <a:off x="2481107" y="1643179"/>
                <a:ext cx="2156038" cy="557589"/>
              </a:xfrm>
              <a:prstGeom prst="rect">
                <a:avLst/>
              </a:prstGeom>
              <a:blipFill>
                <a:blip r:embed="rId1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0" name="ZoneTexte 29">
                <a:extLst>
                  <a:ext uri="{FF2B5EF4-FFF2-40B4-BE49-F238E27FC236}">
                    <a16:creationId xmlns:a16="http://schemas.microsoft.com/office/drawing/2014/main" id="{FE55F8D6-0913-F34B-5113-807F10D7CCFD}"/>
                  </a:ext>
                </a:extLst>
              </p:cNvPr>
              <p:cNvSpPr txBox="1"/>
              <p:nvPr/>
            </p:nvSpPr>
            <p:spPr>
              <a:xfrm>
                <a:off x="2506755" y="2178563"/>
                <a:ext cx="2104743" cy="57361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fr-FR" sz="1400" b="0" i="1" dirty="0" smtClean="0">
                              <a:latin typeface="Cambria Math" panose="02040503050406030204" pitchFamily="18" charset="0"/>
                            </a:rPr>
                          </m:ctrlPr>
                        </m:fPr>
                        <m:num>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𝑣</m:t>
                              </m:r>
                            </m:sub>
                            <m:sup>
                              <m:r>
                                <a:rPr lang="fr-FR" sz="1400" b="0" i="1" dirty="0" smtClean="0">
                                  <a:latin typeface="Cambria Math" panose="02040503050406030204" pitchFamily="18" charset="0"/>
                                </a:rPr>
                                <m:t>′</m:t>
                              </m:r>
                            </m:sup>
                          </m:sSubSup>
                        </m:num>
                        <m:den>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𝑞</m:t>
                              </m:r>
                            </m:sub>
                            <m:sup>
                              <m:r>
                                <a:rPr lang="fr-FR" sz="1400" b="0" i="1" dirty="0" smtClean="0">
                                  <a:latin typeface="Cambria Math" panose="02040503050406030204" pitchFamily="18" charset="0"/>
                                </a:rPr>
                                <m:t>′</m:t>
                              </m:r>
                            </m:sup>
                          </m:sSubSup>
                        </m:den>
                      </m:f>
                      <m:r>
                        <a:rPr lang="fr-FR" sz="1400" b="0" i="1" dirty="0" smtClean="0">
                          <a:latin typeface="Cambria Math" panose="02040503050406030204" pitchFamily="18" charset="0"/>
                        </a:rPr>
                        <m:t>=</m:t>
                      </m:r>
                      <m:f>
                        <m:fPr>
                          <m:ctrlPr>
                            <a:rPr lang="fr-FR" sz="1400" b="0" i="1" dirty="0" smtClean="0">
                              <a:latin typeface="Cambria Math" panose="02040503050406030204" pitchFamily="18" charset="0"/>
                            </a:rPr>
                          </m:ctrlPr>
                        </m:fPr>
                        <m:num>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𝑀</m:t>
                              </m:r>
                            </m:sub>
                            <m:sup>
                              <m:r>
                                <a:rPr lang="fr-FR" sz="1400" b="0" i="1" dirty="0" smtClean="0">
                                  <a:latin typeface="Cambria Math" panose="02040503050406030204" pitchFamily="18" charset="0"/>
                                </a:rPr>
                                <m:t>′</m:t>
                              </m:r>
                            </m:sup>
                          </m:sSubSup>
                          <m:r>
                            <a:rPr lang="fr-FR" sz="1400" b="0" i="1" dirty="0" smtClean="0">
                              <a:latin typeface="Cambria Math" panose="02040503050406030204" pitchFamily="18" charset="0"/>
                            </a:rPr>
                            <m:t>−</m:t>
                          </m:r>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0</m:t>
                              </m:r>
                            </m:sub>
                            <m:sup>
                              <m:r>
                                <a:rPr lang="fr-FR" sz="1400" b="0" i="1" dirty="0" smtClean="0">
                                  <a:latin typeface="Cambria Math" panose="02040503050406030204" pitchFamily="18" charset="0"/>
                                </a:rPr>
                                <m:t>′</m:t>
                              </m:r>
                            </m:sup>
                          </m:sSubSup>
                        </m:num>
                        <m:den>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𝑀</m:t>
                              </m:r>
                            </m:sub>
                            <m:sup>
                              <m:r>
                                <a:rPr lang="fr-FR" sz="1400" b="0" i="1" dirty="0" smtClean="0">
                                  <a:latin typeface="Cambria Math" panose="02040503050406030204" pitchFamily="18" charset="0"/>
                                </a:rPr>
                                <m:t>′</m:t>
                              </m:r>
                            </m:sup>
                          </m:sSubSup>
                          <m:r>
                            <a:rPr lang="fr-FR" sz="1400" b="0" i="1" dirty="0" smtClean="0">
                              <a:latin typeface="Cambria Math" panose="02040503050406030204" pitchFamily="18" charset="0"/>
                            </a:rPr>
                            <m:t>−</m:t>
                          </m:r>
                          <m:sSup>
                            <m:sSupPr>
                              <m:ctrlPr>
                                <a:rPr lang="fr-FR" sz="1400" b="0" i="1" dirty="0" smtClean="0">
                                  <a:latin typeface="Cambria Math" panose="02040503050406030204" pitchFamily="18" charset="0"/>
                                </a:rPr>
                              </m:ctrlPr>
                            </m:sSupPr>
                            <m:e>
                              <m:r>
                                <a:rPr lang="fr-FR" sz="1400" b="0" i="1" dirty="0" smtClean="0">
                                  <a:latin typeface="Cambria Math" panose="02040503050406030204" pitchFamily="18" charset="0"/>
                                </a:rPr>
                                <m:t>𝐹</m:t>
                              </m:r>
                            </m:e>
                            <m:sup>
                              <m:r>
                                <a:rPr lang="fr-FR" sz="1400" b="0" i="1" dirty="0" smtClean="0">
                                  <a:latin typeface="Cambria Math" panose="02040503050406030204" pitchFamily="18" charset="0"/>
                                </a:rPr>
                                <m:t>′</m:t>
                              </m:r>
                            </m:sup>
                          </m:sSup>
                        </m:den>
                      </m:f>
                      <m:r>
                        <a:rPr lang="fr-FR" sz="1400" b="0" i="1" dirty="0" smtClean="0">
                          <a:latin typeface="Cambria Math" panose="02040503050406030204" pitchFamily="18" charset="0"/>
                        </a:rPr>
                        <m:t>=</m:t>
                      </m:r>
                      <m:sSubSup>
                        <m:sSubSupPr>
                          <m:ctrlPr>
                            <a:rPr lang="fr-FR" sz="1400" b="0" i="1" smtClean="0">
                              <a:latin typeface="Cambria Math" panose="02040503050406030204" pitchFamily="18" charset="0"/>
                            </a:rPr>
                          </m:ctrlPr>
                        </m:sSubSupPr>
                        <m:e>
                          <m:r>
                            <m:rPr>
                              <m:sty m:val="p"/>
                            </m:rPr>
                            <a:rPr lang="en-US" sz="1400" b="0" i="0" smtClean="0">
                              <a:latin typeface="Cambria Math" panose="02040503050406030204" pitchFamily="18" charset="0"/>
                            </a:rPr>
                            <m:t>Φ</m:t>
                          </m:r>
                        </m:e>
                        <m:sub>
                          <m:r>
                            <a:rPr lang="fr-FR" sz="1400" b="0" i="1" smtClean="0">
                              <a:latin typeface="Cambria Math" panose="02040503050406030204" pitchFamily="18" charset="0"/>
                            </a:rPr>
                            <m:t>𝑃𝑆𝐼𝐼</m:t>
                          </m:r>
                        </m:sub>
                        <m:sup/>
                      </m:sSubSup>
                      <m:d>
                        <m:dPr>
                          <m:ctrlPr>
                            <a:rPr lang="fr-FR" sz="1400" b="0" i="1" smtClean="0">
                              <a:latin typeface="Cambria Math" panose="02040503050406030204" pitchFamily="18" charset="0"/>
                            </a:rPr>
                          </m:ctrlPr>
                        </m:dPr>
                        <m:e>
                          <m:r>
                            <a:rPr lang="fr-FR" sz="1400" b="0" i="1" smtClean="0">
                              <a:latin typeface="Cambria Math" panose="02040503050406030204" pitchFamily="18" charset="0"/>
                            </a:rPr>
                            <m:t>𝐼</m:t>
                          </m:r>
                        </m:e>
                      </m:d>
                    </m:oMath>
                  </m:oMathPara>
                </a14:m>
                <a:endParaRPr lang="en-US" sz="1400" dirty="0"/>
              </a:p>
            </p:txBody>
          </p:sp>
        </mc:Choice>
        <mc:Fallback xmlns="">
          <p:sp>
            <p:nvSpPr>
              <p:cNvPr id="30" name="ZoneTexte 29">
                <a:extLst>
                  <a:ext uri="{FF2B5EF4-FFF2-40B4-BE49-F238E27FC236}">
                    <a16:creationId xmlns:a16="http://schemas.microsoft.com/office/drawing/2014/main" id="{FE55F8D6-0913-F34B-5113-807F10D7CCFD}"/>
                  </a:ext>
                </a:extLst>
              </p:cNvPr>
              <p:cNvSpPr txBox="1">
                <a:spLocks noRot="1" noChangeAspect="1" noMove="1" noResize="1" noEditPoints="1" noAdjustHandles="1" noChangeArrowheads="1" noChangeShapeType="1" noTextEdit="1"/>
              </p:cNvSpPr>
              <p:nvPr/>
            </p:nvSpPr>
            <p:spPr>
              <a:xfrm>
                <a:off x="2506755" y="2178563"/>
                <a:ext cx="2104743" cy="573619"/>
              </a:xfrm>
              <a:prstGeom prst="rect">
                <a:avLst/>
              </a:prstGeom>
              <a:blipFill>
                <a:blip r:embed="rId13"/>
                <a:stretch>
                  <a:fillRect/>
                </a:stretch>
              </a:blipFill>
            </p:spPr>
            <p:txBody>
              <a:bodyPr/>
              <a:lstStyle/>
              <a:p>
                <a:r>
                  <a:rPr lang="en-GB">
                    <a:noFill/>
                  </a:rPr>
                  <a:t> </a:t>
                </a:r>
              </a:p>
            </p:txBody>
          </p:sp>
        </mc:Fallback>
      </mc:AlternateContent>
      <p:sp>
        <p:nvSpPr>
          <p:cNvPr id="31" name="Text Box 9">
            <a:extLst>
              <a:ext uri="{FF2B5EF4-FFF2-40B4-BE49-F238E27FC236}">
                <a16:creationId xmlns:a16="http://schemas.microsoft.com/office/drawing/2014/main" id="{33BA505E-9849-762B-B0D7-91E8B84AAE96}"/>
              </a:ext>
            </a:extLst>
          </p:cNvPr>
          <p:cNvSpPr txBox="1">
            <a:spLocks noChangeArrowheads="1"/>
          </p:cNvSpPr>
          <p:nvPr/>
        </p:nvSpPr>
        <p:spPr bwMode="auto">
          <a:xfrm>
            <a:off x="6387643" y="4897278"/>
            <a:ext cx="269336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itchFamily="18" charset="0"/>
                <a:ea typeface="ヒラギノ角ゴ Pro W3" charset="-128"/>
              </a:defRPr>
            </a:lvl1pPr>
            <a:lvl2pPr marL="742950" indent="-285750">
              <a:defRPr sz="2400">
                <a:solidFill>
                  <a:schemeClr val="tx1"/>
                </a:solidFill>
                <a:latin typeface="Times New Roman" pitchFamily="18" charset="0"/>
                <a:ea typeface="ヒラギノ角ゴ Pro W3" charset="-128"/>
              </a:defRPr>
            </a:lvl2pPr>
            <a:lvl3pPr marL="1143000" indent="-228600">
              <a:defRPr sz="2400">
                <a:solidFill>
                  <a:schemeClr val="tx1"/>
                </a:solidFill>
                <a:latin typeface="Times New Roman" pitchFamily="18" charset="0"/>
                <a:ea typeface="ヒラギノ角ゴ Pro W3" charset="-128"/>
              </a:defRPr>
            </a:lvl3pPr>
            <a:lvl4pPr marL="1600200" indent="-228600">
              <a:defRPr sz="2400">
                <a:solidFill>
                  <a:schemeClr val="tx1"/>
                </a:solidFill>
                <a:latin typeface="Times New Roman" pitchFamily="18" charset="0"/>
                <a:ea typeface="ヒラギノ角ゴ Pro W3" charset="-128"/>
              </a:defRPr>
            </a:lvl4pPr>
            <a:lvl5pPr marL="2057400" indent="-228600">
              <a:defRPr sz="2400">
                <a:solidFill>
                  <a:schemeClr val="tx1"/>
                </a:solidFill>
                <a:latin typeface="Times New Roman" pitchFamily="18"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9pPr>
          </a:lstStyle>
          <a:p>
            <a:r>
              <a:rPr lang="en-GB" altLang="fr-FR" sz="1000" i="1" dirty="0" err="1">
                <a:cs typeface="Times New Roman" panose="02020603050405020304" pitchFamily="18" charset="0"/>
              </a:rPr>
              <a:t>Zuo</a:t>
            </a:r>
            <a:r>
              <a:rPr lang="en-GB" altLang="fr-FR" sz="1000" i="1" dirty="0">
                <a:cs typeface="Times New Roman" panose="02020603050405020304" pitchFamily="18" charset="0"/>
              </a:rPr>
              <a:t> et al., Plant-Environment Interactions, 2022</a:t>
            </a:r>
            <a:endParaRPr lang="en-US" altLang="fr-FR" sz="1000" i="1" dirty="0">
              <a:cs typeface="Times New Roman" panose="02020603050405020304" pitchFamily="18" charset="0"/>
            </a:endParaRPr>
          </a:p>
        </p:txBody>
      </p:sp>
    </p:spTree>
    <p:extLst>
      <p:ext uri="{BB962C8B-B14F-4D97-AF65-F5344CB8AC3E}">
        <p14:creationId xmlns:p14="http://schemas.microsoft.com/office/powerpoint/2010/main" val="10020032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49E2B05-D723-3282-8138-3EAE1CA4622B}"/>
              </a:ext>
            </a:extLst>
          </p:cNvPr>
          <p:cNvSpPr>
            <a:spLocks noGrp="1"/>
          </p:cNvSpPr>
          <p:nvPr>
            <p:ph type="title"/>
          </p:nvPr>
        </p:nvSpPr>
        <p:spPr/>
        <p:txBody>
          <a:bodyPr/>
          <a:lstStyle/>
          <a:p>
            <a:r>
              <a:rPr lang="fr-FR" dirty="0"/>
              <a:t>Protocol for </a:t>
            </a:r>
            <a:r>
              <a:rPr lang="fr-FR" dirty="0" err="1"/>
              <a:t>quenching</a:t>
            </a:r>
            <a:r>
              <a:rPr lang="fr-FR" dirty="0"/>
              <a:t> </a:t>
            </a:r>
            <a:r>
              <a:rPr lang="fr-FR" dirty="0" err="1"/>
              <a:t>analysing</a:t>
            </a:r>
            <a:endParaRPr lang="en-GB" dirty="0"/>
          </a:p>
        </p:txBody>
      </p:sp>
      <p:sp>
        <p:nvSpPr>
          <p:cNvPr id="3" name="Espace réservé du numéro de diapositive 2">
            <a:extLst>
              <a:ext uri="{FF2B5EF4-FFF2-40B4-BE49-F238E27FC236}">
                <a16:creationId xmlns:a16="http://schemas.microsoft.com/office/drawing/2014/main" id="{031252B8-9D94-758F-FC36-A885C41B17C0}"/>
              </a:ext>
            </a:extLst>
          </p:cNvPr>
          <p:cNvSpPr>
            <a:spLocks noGrp="1"/>
          </p:cNvSpPr>
          <p:nvPr>
            <p:ph type="sldNum" sz="quarter" idx="12"/>
          </p:nvPr>
        </p:nvSpPr>
        <p:spPr/>
        <p:txBody>
          <a:bodyPr/>
          <a:lstStyle/>
          <a:p>
            <a:fld id="{E9791B11-EC80-479C-9EB2-AD35BA691394}" type="slidenum">
              <a:rPr lang="fr-FR" smtClean="0"/>
              <a:pPr/>
              <a:t>12</a:t>
            </a:fld>
            <a:endParaRPr lang="fr-FR" dirty="0"/>
          </a:p>
        </p:txBody>
      </p:sp>
      <p:pic>
        <p:nvPicPr>
          <p:cNvPr id="5" name="Image 4">
            <a:extLst>
              <a:ext uri="{FF2B5EF4-FFF2-40B4-BE49-F238E27FC236}">
                <a16:creationId xmlns:a16="http://schemas.microsoft.com/office/drawing/2014/main" id="{4952F930-10F5-DAE6-066C-3B38CB70EDDF}"/>
              </a:ext>
            </a:extLst>
          </p:cNvPr>
          <p:cNvPicPr>
            <a:picLocks noChangeAspect="1"/>
          </p:cNvPicPr>
          <p:nvPr/>
        </p:nvPicPr>
        <p:blipFill>
          <a:blip r:embed="rId2">
            <a:extLst>
              <a:ext uri="{28A0092B-C50C-407E-A947-70E740481C1C}">
                <a14:useLocalDpi xmlns:a14="http://schemas.microsoft.com/office/drawing/2010/main" val="0"/>
              </a:ext>
            </a:extLst>
          </a:blip>
          <a:srcRect l="2348" r="2582"/>
          <a:stretch/>
        </p:blipFill>
        <p:spPr>
          <a:xfrm>
            <a:off x="0" y="627666"/>
            <a:ext cx="5328519" cy="3710732"/>
          </a:xfrm>
          <a:prstGeom prst="rect">
            <a:avLst/>
          </a:prstGeom>
        </p:spPr>
      </p:pic>
      <p:pic>
        <p:nvPicPr>
          <p:cNvPr id="7" name="Image 6">
            <a:extLst>
              <a:ext uri="{FF2B5EF4-FFF2-40B4-BE49-F238E27FC236}">
                <a16:creationId xmlns:a16="http://schemas.microsoft.com/office/drawing/2014/main" id="{F7EDCA79-2025-0838-3357-80B507B8382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28519" y="4295651"/>
            <a:ext cx="3802710" cy="746825"/>
          </a:xfrm>
          <a:prstGeom prst="rect">
            <a:avLst/>
          </a:prstGeom>
        </p:spPr>
      </p:pic>
      <mc:AlternateContent xmlns:mc="http://schemas.openxmlformats.org/markup-compatibility/2006" xmlns:a14="http://schemas.microsoft.com/office/drawing/2010/main">
        <mc:Choice Requires="a14">
          <p:sp>
            <p:nvSpPr>
              <p:cNvPr id="8" name="ZoneTexte 7">
                <a:extLst>
                  <a:ext uri="{FF2B5EF4-FFF2-40B4-BE49-F238E27FC236}">
                    <a16:creationId xmlns:a16="http://schemas.microsoft.com/office/drawing/2014/main" id="{D6ADA7A0-826C-D58F-DD56-BFCCFA15A3E5}"/>
                  </a:ext>
                </a:extLst>
              </p:cNvPr>
              <p:cNvSpPr txBox="1"/>
              <p:nvPr/>
            </p:nvSpPr>
            <p:spPr>
              <a:xfrm>
                <a:off x="6237231" y="1899800"/>
                <a:ext cx="1933991" cy="53085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fr-FR" sz="1400" b="0" i="1" dirty="0" smtClean="0">
                              <a:latin typeface="Cambria Math" panose="02040503050406030204" pitchFamily="18" charset="0"/>
                            </a:rPr>
                          </m:ctrlPr>
                        </m:fPr>
                        <m:num>
                          <m:sSub>
                            <m:sSubPr>
                              <m:ctrlPr>
                                <a:rPr lang="fr-FR" sz="1400" b="0" i="1" dirty="0" smtClean="0">
                                  <a:latin typeface="Cambria Math" panose="02040503050406030204" pitchFamily="18" charset="0"/>
                                </a:rPr>
                              </m:ctrlPr>
                            </m:sSub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𝑣</m:t>
                              </m:r>
                            </m:sub>
                          </m:sSub>
                        </m:num>
                        <m:den>
                          <m:sSub>
                            <m:sSubPr>
                              <m:ctrlPr>
                                <a:rPr lang="fr-FR" sz="1400" b="0" i="1" dirty="0" smtClean="0">
                                  <a:latin typeface="Cambria Math" panose="02040503050406030204" pitchFamily="18" charset="0"/>
                                </a:rPr>
                              </m:ctrlPr>
                            </m:sSub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𝑀</m:t>
                              </m:r>
                            </m:sub>
                          </m:sSub>
                        </m:den>
                      </m:f>
                      <m:r>
                        <a:rPr lang="fr-FR" sz="1400" b="0" i="1" dirty="0" smtClean="0">
                          <a:latin typeface="Cambria Math" panose="02040503050406030204" pitchFamily="18" charset="0"/>
                        </a:rPr>
                        <m:t>=</m:t>
                      </m:r>
                      <m:f>
                        <m:fPr>
                          <m:ctrlPr>
                            <a:rPr lang="fr-FR" sz="1400" b="0" i="1" dirty="0" smtClean="0">
                              <a:latin typeface="Cambria Math" panose="02040503050406030204" pitchFamily="18" charset="0"/>
                            </a:rPr>
                          </m:ctrlPr>
                        </m:fPr>
                        <m:num>
                          <m:sSub>
                            <m:sSubPr>
                              <m:ctrlPr>
                                <a:rPr lang="fr-FR" sz="1400" b="0" i="1" dirty="0" smtClean="0">
                                  <a:latin typeface="Cambria Math" panose="02040503050406030204" pitchFamily="18" charset="0"/>
                                </a:rPr>
                              </m:ctrlPr>
                            </m:sSub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𝑀</m:t>
                              </m:r>
                            </m:sub>
                          </m:sSub>
                          <m:r>
                            <a:rPr lang="fr-FR" sz="1400" b="0" i="1" dirty="0" smtClean="0">
                              <a:latin typeface="Cambria Math" panose="02040503050406030204" pitchFamily="18" charset="0"/>
                            </a:rPr>
                            <m:t>−</m:t>
                          </m:r>
                          <m:sSub>
                            <m:sSubPr>
                              <m:ctrlPr>
                                <a:rPr lang="fr-FR" sz="1400" b="0" i="1" dirty="0" smtClean="0">
                                  <a:latin typeface="Cambria Math" panose="02040503050406030204" pitchFamily="18" charset="0"/>
                                </a:rPr>
                              </m:ctrlPr>
                            </m:sSub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0</m:t>
                              </m:r>
                            </m:sub>
                          </m:sSub>
                        </m:num>
                        <m:den>
                          <m:sSub>
                            <m:sSubPr>
                              <m:ctrlPr>
                                <a:rPr lang="fr-FR" sz="1400" b="0" i="1" dirty="0" smtClean="0">
                                  <a:latin typeface="Cambria Math" panose="02040503050406030204" pitchFamily="18" charset="0"/>
                                </a:rPr>
                              </m:ctrlPr>
                            </m:sSub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𝑀</m:t>
                              </m:r>
                            </m:sub>
                          </m:sSub>
                        </m:den>
                      </m:f>
                      <m:r>
                        <a:rPr lang="fr-FR" sz="1400" b="0" i="1" dirty="0" smtClean="0">
                          <a:latin typeface="Cambria Math" panose="02040503050406030204" pitchFamily="18" charset="0"/>
                        </a:rPr>
                        <m:t>=</m:t>
                      </m:r>
                      <m:sSubSup>
                        <m:sSubSupPr>
                          <m:ctrlPr>
                            <a:rPr lang="fr-FR" sz="1400" b="0" i="1" smtClean="0">
                              <a:latin typeface="Cambria Math" panose="02040503050406030204" pitchFamily="18" charset="0"/>
                            </a:rPr>
                          </m:ctrlPr>
                        </m:sSubSupPr>
                        <m:e>
                          <m:r>
                            <m:rPr>
                              <m:sty m:val="p"/>
                            </m:rPr>
                            <a:rPr lang="en-US" sz="1400" b="0" i="0" smtClean="0">
                              <a:latin typeface="Cambria Math" panose="02040503050406030204" pitchFamily="18" charset="0"/>
                            </a:rPr>
                            <m:t>Φ</m:t>
                          </m:r>
                        </m:e>
                        <m:sub>
                          <m:r>
                            <a:rPr lang="fr-FR" sz="1400" b="0" i="1" smtClean="0">
                              <a:latin typeface="Cambria Math" panose="02040503050406030204" pitchFamily="18" charset="0"/>
                            </a:rPr>
                            <m:t>𝑃𝑆𝐼𝐼</m:t>
                          </m:r>
                        </m:sub>
                        <m:sup>
                          <m:r>
                            <m:rPr>
                              <m:sty m:val="p"/>
                            </m:rPr>
                            <a:rPr lang="fr-FR" sz="1400" b="0" i="0" smtClean="0">
                              <a:latin typeface="Cambria Math" panose="02040503050406030204" pitchFamily="18" charset="0"/>
                            </a:rPr>
                            <m:t>max</m:t>
                          </m:r>
                        </m:sup>
                      </m:sSubSup>
                    </m:oMath>
                  </m:oMathPara>
                </a14:m>
                <a:endParaRPr lang="en-US" sz="1400" dirty="0"/>
              </a:p>
            </p:txBody>
          </p:sp>
        </mc:Choice>
        <mc:Fallback xmlns="">
          <p:sp>
            <p:nvSpPr>
              <p:cNvPr id="8" name="ZoneTexte 7">
                <a:extLst>
                  <a:ext uri="{FF2B5EF4-FFF2-40B4-BE49-F238E27FC236}">
                    <a16:creationId xmlns:a16="http://schemas.microsoft.com/office/drawing/2014/main" id="{D6ADA7A0-826C-D58F-DD56-BFCCFA15A3E5}"/>
                  </a:ext>
                </a:extLst>
              </p:cNvPr>
              <p:cNvSpPr txBox="1">
                <a:spLocks noRot="1" noChangeAspect="1" noMove="1" noResize="1" noEditPoints="1" noAdjustHandles="1" noChangeArrowheads="1" noChangeShapeType="1" noTextEdit="1"/>
              </p:cNvSpPr>
              <p:nvPr/>
            </p:nvSpPr>
            <p:spPr>
              <a:xfrm>
                <a:off x="6237231" y="1899800"/>
                <a:ext cx="1933991" cy="530851"/>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 name="ZoneTexte 8">
                <a:extLst>
                  <a:ext uri="{FF2B5EF4-FFF2-40B4-BE49-F238E27FC236}">
                    <a16:creationId xmlns:a16="http://schemas.microsoft.com/office/drawing/2014/main" id="{A52B6F14-9FEA-7110-73EE-B3B0CC373FC0}"/>
                  </a:ext>
                </a:extLst>
              </p:cNvPr>
              <p:cNvSpPr txBox="1"/>
              <p:nvPr/>
            </p:nvSpPr>
            <p:spPr>
              <a:xfrm>
                <a:off x="6126207" y="2464874"/>
                <a:ext cx="2156038" cy="55758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fr-FR" sz="1400" b="0" i="1" dirty="0" smtClean="0">
                              <a:latin typeface="Cambria Math" panose="02040503050406030204" pitchFamily="18" charset="0"/>
                            </a:rPr>
                          </m:ctrlPr>
                        </m:fPr>
                        <m:num>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𝑣</m:t>
                              </m:r>
                            </m:sub>
                            <m:sup>
                              <m:r>
                                <a:rPr lang="fr-FR" sz="1400" b="0" i="1" dirty="0" smtClean="0">
                                  <a:latin typeface="Cambria Math" panose="02040503050406030204" pitchFamily="18" charset="0"/>
                                </a:rPr>
                                <m:t>′</m:t>
                              </m:r>
                            </m:sup>
                          </m:sSubSup>
                        </m:num>
                        <m:den>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𝑀</m:t>
                              </m:r>
                            </m:sub>
                            <m:sup>
                              <m:r>
                                <a:rPr lang="fr-FR" sz="1400" b="0" i="1" dirty="0" smtClean="0">
                                  <a:latin typeface="Cambria Math" panose="02040503050406030204" pitchFamily="18" charset="0"/>
                                </a:rPr>
                                <m:t>′</m:t>
                              </m:r>
                            </m:sup>
                          </m:sSubSup>
                        </m:den>
                      </m:f>
                      <m:r>
                        <a:rPr lang="fr-FR" sz="1400" b="0" i="1" dirty="0" smtClean="0">
                          <a:latin typeface="Cambria Math" panose="02040503050406030204" pitchFamily="18" charset="0"/>
                        </a:rPr>
                        <m:t>=</m:t>
                      </m:r>
                      <m:f>
                        <m:fPr>
                          <m:ctrlPr>
                            <a:rPr lang="fr-FR" sz="1400" b="0" i="1" dirty="0" smtClean="0">
                              <a:latin typeface="Cambria Math" panose="02040503050406030204" pitchFamily="18" charset="0"/>
                            </a:rPr>
                          </m:ctrlPr>
                        </m:fPr>
                        <m:num>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𝑀</m:t>
                              </m:r>
                            </m:sub>
                            <m:sup>
                              <m:r>
                                <a:rPr lang="fr-FR" sz="1400" b="0" i="1" dirty="0" smtClean="0">
                                  <a:latin typeface="Cambria Math" panose="02040503050406030204" pitchFamily="18" charset="0"/>
                                </a:rPr>
                                <m:t>′</m:t>
                              </m:r>
                            </m:sup>
                          </m:sSubSup>
                          <m:r>
                            <a:rPr lang="fr-FR" sz="1400" b="0" i="1" dirty="0" smtClean="0">
                              <a:latin typeface="Cambria Math" panose="02040503050406030204" pitchFamily="18" charset="0"/>
                            </a:rPr>
                            <m:t>−</m:t>
                          </m:r>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0</m:t>
                              </m:r>
                            </m:sub>
                            <m:sup>
                              <m:r>
                                <a:rPr lang="fr-FR" sz="1400" b="0" i="1" dirty="0" smtClean="0">
                                  <a:latin typeface="Cambria Math" panose="02040503050406030204" pitchFamily="18" charset="0"/>
                                </a:rPr>
                                <m:t>′</m:t>
                              </m:r>
                            </m:sup>
                          </m:sSubSup>
                        </m:num>
                        <m:den>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𝑀</m:t>
                              </m:r>
                            </m:sub>
                            <m:sup>
                              <m:r>
                                <a:rPr lang="fr-FR" sz="1400" b="0" i="1" dirty="0" smtClean="0">
                                  <a:latin typeface="Cambria Math" panose="02040503050406030204" pitchFamily="18" charset="0"/>
                                </a:rPr>
                                <m:t>′</m:t>
                              </m:r>
                            </m:sup>
                          </m:sSubSup>
                        </m:den>
                      </m:f>
                      <m:r>
                        <a:rPr lang="fr-FR" sz="1400" b="0" i="1" dirty="0" smtClean="0">
                          <a:latin typeface="Cambria Math" panose="02040503050406030204" pitchFamily="18" charset="0"/>
                        </a:rPr>
                        <m:t>=</m:t>
                      </m:r>
                      <m:sSubSup>
                        <m:sSubSupPr>
                          <m:ctrlPr>
                            <a:rPr lang="fr-FR" sz="1400" b="0" i="1" smtClean="0">
                              <a:latin typeface="Cambria Math" panose="02040503050406030204" pitchFamily="18" charset="0"/>
                            </a:rPr>
                          </m:ctrlPr>
                        </m:sSubSupPr>
                        <m:e>
                          <m:r>
                            <m:rPr>
                              <m:sty m:val="p"/>
                            </m:rPr>
                            <a:rPr lang="en-US" sz="1400" b="0" i="0" smtClean="0">
                              <a:latin typeface="Cambria Math" panose="02040503050406030204" pitchFamily="18" charset="0"/>
                            </a:rPr>
                            <m:t>Φ</m:t>
                          </m:r>
                        </m:e>
                        <m:sub>
                          <m:r>
                            <a:rPr lang="fr-FR" sz="1400" b="0" i="1" smtClean="0">
                              <a:latin typeface="Cambria Math" panose="02040503050406030204" pitchFamily="18" charset="0"/>
                            </a:rPr>
                            <m:t>𝑃𝑆𝐼𝐼</m:t>
                          </m:r>
                        </m:sub>
                        <m:sup>
                          <m:r>
                            <m:rPr>
                              <m:sty m:val="p"/>
                            </m:rPr>
                            <a:rPr lang="fr-FR" sz="1400" b="0" i="0" smtClean="0">
                              <a:latin typeface="Cambria Math" panose="02040503050406030204" pitchFamily="18" charset="0"/>
                            </a:rPr>
                            <m:t>max</m:t>
                          </m:r>
                        </m:sup>
                      </m:sSubSup>
                      <m:d>
                        <m:dPr>
                          <m:ctrlPr>
                            <a:rPr lang="fr-FR" sz="1400" b="0" i="1" smtClean="0">
                              <a:latin typeface="Cambria Math" panose="02040503050406030204" pitchFamily="18" charset="0"/>
                            </a:rPr>
                          </m:ctrlPr>
                        </m:dPr>
                        <m:e>
                          <m:r>
                            <a:rPr lang="fr-FR" sz="1400" b="0" i="1" smtClean="0">
                              <a:latin typeface="Cambria Math" panose="02040503050406030204" pitchFamily="18" charset="0"/>
                            </a:rPr>
                            <m:t>𝐼</m:t>
                          </m:r>
                        </m:e>
                      </m:d>
                    </m:oMath>
                  </m:oMathPara>
                </a14:m>
                <a:endParaRPr lang="en-US" sz="1400" dirty="0"/>
              </a:p>
            </p:txBody>
          </p:sp>
        </mc:Choice>
        <mc:Fallback xmlns="">
          <p:sp>
            <p:nvSpPr>
              <p:cNvPr id="9" name="ZoneTexte 8">
                <a:extLst>
                  <a:ext uri="{FF2B5EF4-FFF2-40B4-BE49-F238E27FC236}">
                    <a16:creationId xmlns:a16="http://schemas.microsoft.com/office/drawing/2014/main" id="{A52B6F14-9FEA-7110-73EE-B3B0CC373FC0}"/>
                  </a:ext>
                </a:extLst>
              </p:cNvPr>
              <p:cNvSpPr txBox="1">
                <a:spLocks noRot="1" noChangeAspect="1" noMove="1" noResize="1" noEditPoints="1" noAdjustHandles="1" noChangeArrowheads="1" noChangeShapeType="1" noTextEdit="1"/>
              </p:cNvSpPr>
              <p:nvPr/>
            </p:nvSpPr>
            <p:spPr>
              <a:xfrm>
                <a:off x="6126207" y="2464874"/>
                <a:ext cx="2156038" cy="557589"/>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10" name="ZoneTexte 9">
                <a:extLst>
                  <a:ext uri="{FF2B5EF4-FFF2-40B4-BE49-F238E27FC236}">
                    <a16:creationId xmlns:a16="http://schemas.microsoft.com/office/drawing/2014/main" id="{06CBCB11-BAD8-2489-84B3-61E37877F91F}"/>
                  </a:ext>
                </a:extLst>
              </p:cNvPr>
              <p:cNvSpPr txBox="1"/>
              <p:nvPr/>
            </p:nvSpPr>
            <p:spPr>
              <a:xfrm>
                <a:off x="6151855" y="3086385"/>
                <a:ext cx="2148024" cy="5595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fr-FR" sz="1400" b="0" i="1" dirty="0" smtClean="0">
                              <a:latin typeface="Cambria Math" panose="02040503050406030204" pitchFamily="18" charset="0"/>
                            </a:rPr>
                          </m:ctrlPr>
                        </m:fPr>
                        <m:num>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𝑞</m:t>
                              </m:r>
                            </m:sub>
                            <m:sup>
                              <m:r>
                                <a:rPr lang="fr-FR" sz="1400" b="0" i="1" dirty="0" smtClean="0">
                                  <a:latin typeface="Cambria Math" panose="02040503050406030204" pitchFamily="18" charset="0"/>
                                </a:rPr>
                                <m:t>′</m:t>
                              </m:r>
                            </m:sup>
                          </m:sSubSup>
                        </m:num>
                        <m:den>
                          <m:sSubSup>
                            <m:sSubSupPr>
                              <m:ctrlPr>
                                <a:rPr lang="fr-FR" sz="1400" b="0" i="1" dirty="0" smtClean="0">
                                  <a:latin typeface="Cambria Math" panose="02040503050406030204" pitchFamily="18" charset="0"/>
                                </a:rPr>
                              </m:ctrlPr>
                            </m:sSubSupPr>
                            <m:e>
                              <m:r>
                                <a:rPr lang="fr-FR" sz="1400" b="0" i="1" dirty="0" smtClean="0">
                                  <a:latin typeface="Cambria Math" panose="02040503050406030204" pitchFamily="18" charset="0"/>
                                </a:rPr>
                                <m:t>𝐹</m:t>
                              </m:r>
                            </m:e>
                            <m:sub>
                              <m:r>
                                <a:rPr lang="fr-FR" sz="1400" b="0" i="1" dirty="0" smtClean="0">
                                  <a:latin typeface="Cambria Math" panose="02040503050406030204" pitchFamily="18" charset="0"/>
                                </a:rPr>
                                <m:t>𝑀</m:t>
                              </m:r>
                            </m:sub>
                            <m:sup>
                              <m:r>
                                <a:rPr lang="fr-FR" sz="1400" b="0" i="1" dirty="0" smtClean="0">
                                  <a:latin typeface="Cambria Math" panose="02040503050406030204" pitchFamily="18" charset="0"/>
                                </a:rPr>
                                <m:t>′</m:t>
                              </m:r>
                            </m:sup>
                          </m:sSubSup>
                        </m:den>
                      </m:f>
                      <m:r>
                        <a:rPr lang="fr-FR" sz="1400" b="0" i="1" dirty="0" smtClean="0">
                          <a:latin typeface="Cambria Math" panose="02040503050406030204" pitchFamily="18" charset="0"/>
                        </a:rPr>
                        <m:t>=</m:t>
                      </m:r>
                      <m:f>
                        <m:fPr>
                          <m:ctrlPr>
                            <a:rPr lang="fr-FR" sz="1400" i="1" dirty="0">
                              <a:latin typeface="Cambria Math" panose="02040503050406030204" pitchFamily="18" charset="0"/>
                            </a:rPr>
                          </m:ctrlPr>
                        </m:fPr>
                        <m:num>
                          <m:sSubSup>
                            <m:sSubSupPr>
                              <m:ctrlPr>
                                <a:rPr lang="fr-FR" sz="1400" i="1" dirty="0">
                                  <a:latin typeface="Cambria Math" panose="02040503050406030204" pitchFamily="18" charset="0"/>
                                </a:rPr>
                              </m:ctrlPr>
                            </m:sSubSupPr>
                            <m:e>
                              <m:r>
                                <a:rPr lang="fr-FR" sz="1400" i="1" dirty="0">
                                  <a:latin typeface="Cambria Math" panose="02040503050406030204" pitchFamily="18" charset="0"/>
                                </a:rPr>
                                <m:t>𝐹</m:t>
                              </m:r>
                            </m:e>
                            <m:sub>
                              <m:r>
                                <a:rPr lang="fr-FR" sz="1400" b="0" i="1" dirty="0" smtClean="0">
                                  <a:latin typeface="Cambria Math" panose="02040503050406030204" pitchFamily="18" charset="0"/>
                                </a:rPr>
                                <m:t>𝑀</m:t>
                              </m:r>
                            </m:sub>
                            <m:sup>
                              <m:r>
                                <a:rPr lang="fr-FR" sz="1400" i="1" dirty="0">
                                  <a:latin typeface="Cambria Math" panose="02040503050406030204" pitchFamily="18" charset="0"/>
                                </a:rPr>
                                <m:t>′</m:t>
                              </m:r>
                            </m:sup>
                          </m:sSubSup>
                          <m:r>
                            <a:rPr lang="fr-FR" sz="1400" b="0" i="1" dirty="0" smtClean="0">
                              <a:latin typeface="Cambria Math" panose="02040503050406030204" pitchFamily="18" charset="0"/>
                            </a:rPr>
                            <m:t>−</m:t>
                          </m:r>
                          <m:sSup>
                            <m:sSupPr>
                              <m:ctrlPr>
                                <a:rPr lang="fr-FR" sz="1400" b="0" i="1" dirty="0" smtClean="0">
                                  <a:latin typeface="Cambria Math" panose="02040503050406030204" pitchFamily="18" charset="0"/>
                                </a:rPr>
                              </m:ctrlPr>
                            </m:sSupPr>
                            <m:e>
                              <m:r>
                                <a:rPr lang="fr-FR" sz="1400" b="0" i="1" dirty="0" smtClean="0">
                                  <a:latin typeface="Cambria Math" panose="02040503050406030204" pitchFamily="18" charset="0"/>
                                </a:rPr>
                                <m:t>𝐹</m:t>
                              </m:r>
                            </m:e>
                            <m:sup>
                              <m:r>
                                <a:rPr lang="fr-FR" sz="1400" b="0" i="1" dirty="0" smtClean="0">
                                  <a:latin typeface="Cambria Math" panose="02040503050406030204" pitchFamily="18" charset="0"/>
                                </a:rPr>
                                <m:t>′</m:t>
                              </m:r>
                            </m:sup>
                          </m:sSup>
                        </m:num>
                        <m:den>
                          <m:sSubSup>
                            <m:sSubSupPr>
                              <m:ctrlPr>
                                <a:rPr lang="fr-FR" sz="1400" i="1" dirty="0">
                                  <a:latin typeface="Cambria Math" panose="02040503050406030204" pitchFamily="18" charset="0"/>
                                </a:rPr>
                              </m:ctrlPr>
                            </m:sSubSupPr>
                            <m:e>
                              <m:r>
                                <a:rPr lang="fr-FR" sz="1400" i="1" dirty="0">
                                  <a:latin typeface="Cambria Math" panose="02040503050406030204" pitchFamily="18" charset="0"/>
                                </a:rPr>
                                <m:t>𝐹</m:t>
                              </m:r>
                            </m:e>
                            <m:sub>
                              <m:r>
                                <a:rPr lang="fr-FR" sz="1400" i="1" dirty="0">
                                  <a:latin typeface="Cambria Math" panose="02040503050406030204" pitchFamily="18" charset="0"/>
                                </a:rPr>
                                <m:t>𝑀</m:t>
                              </m:r>
                            </m:sub>
                            <m:sup>
                              <m:r>
                                <a:rPr lang="fr-FR" sz="1400" i="1" dirty="0">
                                  <a:latin typeface="Cambria Math" panose="02040503050406030204" pitchFamily="18" charset="0"/>
                                </a:rPr>
                                <m:t>′</m:t>
                              </m:r>
                            </m:sup>
                          </m:sSubSup>
                        </m:den>
                      </m:f>
                      <m:r>
                        <a:rPr lang="fr-FR" sz="1400" b="0" i="1" dirty="0" smtClean="0">
                          <a:latin typeface="Cambria Math" panose="02040503050406030204" pitchFamily="18" charset="0"/>
                        </a:rPr>
                        <m:t>=</m:t>
                      </m:r>
                      <m:sSubSup>
                        <m:sSubSupPr>
                          <m:ctrlPr>
                            <a:rPr lang="fr-FR" sz="1400" b="0" i="1" smtClean="0">
                              <a:latin typeface="Cambria Math" panose="02040503050406030204" pitchFamily="18" charset="0"/>
                            </a:rPr>
                          </m:ctrlPr>
                        </m:sSubSupPr>
                        <m:e>
                          <m:r>
                            <m:rPr>
                              <m:sty m:val="p"/>
                            </m:rPr>
                            <a:rPr lang="en-US" sz="1400" b="0" i="0" smtClean="0">
                              <a:latin typeface="Cambria Math" panose="02040503050406030204" pitchFamily="18" charset="0"/>
                            </a:rPr>
                            <m:t>Φ</m:t>
                          </m:r>
                        </m:e>
                        <m:sub>
                          <m:r>
                            <a:rPr lang="fr-FR" sz="1400" b="0" i="1" smtClean="0">
                              <a:latin typeface="Cambria Math" panose="02040503050406030204" pitchFamily="18" charset="0"/>
                            </a:rPr>
                            <m:t>𝑃𝑆𝐼𝐼</m:t>
                          </m:r>
                        </m:sub>
                        <m:sup/>
                      </m:sSubSup>
                      <m:d>
                        <m:dPr>
                          <m:ctrlPr>
                            <a:rPr lang="fr-FR" sz="1400" b="0" i="1" smtClean="0">
                              <a:latin typeface="Cambria Math" panose="02040503050406030204" pitchFamily="18" charset="0"/>
                            </a:rPr>
                          </m:ctrlPr>
                        </m:dPr>
                        <m:e>
                          <m:r>
                            <a:rPr lang="fr-FR" sz="1400" b="0" i="1" smtClean="0">
                              <a:latin typeface="Cambria Math" panose="02040503050406030204" pitchFamily="18" charset="0"/>
                            </a:rPr>
                            <m:t>𝐼</m:t>
                          </m:r>
                        </m:e>
                      </m:d>
                    </m:oMath>
                  </m:oMathPara>
                </a14:m>
                <a:endParaRPr lang="en-US" sz="1400" dirty="0"/>
              </a:p>
            </p:txBody>
          </p:sp>
        </mc:Choice>
        <mc:Fallback>
          <p:sp>
            <p:nvSpPr>
              <p:cNvPr id="10" name="ZoneTexte 9">
                <a:extLst>
                  <a:ext uri="{FF2B5EF4-FFF2-40B4-BE49-F238E27FC236}">
                    <a16:creationId xmlns:a16="http://schemas.microsoft.com/office/drawing/2014/main" id="{06CBCB11-BAD8-2489-84B3-61E37877F91F}"/>
                  </a:ext>
                </a:extLst>
              </p:cNvPr>
              <p:cNvSpPr txBox="1">
                <a:spLocks noRot="1" noChangeAspect="1" noMove="1" noResize="1" noEditPoints="1" noAdjustHandles="1" noChangeArrowheads="1" noChangeShapeType="1" noTextEdit="1"/>
              </p:cNvSpPr>
              <p:nvPr/>
            </p:nvSpPr>
            <p:spPr>
              <a:xfrm>
                <a:off x="6151855" y="3086385"/>
                <a:ext cx="2148024" cy="559577"/>
              </a:xfrm>
              <a:prstGeom prst="rect">
                <a:avLst/>
              </a:prstGeom>
              <a:blipFill>
                <a:blip r:embed="rId6"/>
                <a:stretch>
                  <a:fillRect/>
                </a:stretch>
              </a:blipFill>
            </p:spPr>
            <p:txBody>
              <a:bodyPr/>
              <a:lstStyle/>
              <a:p>
                <a:r>
                  <a:rPr lang="en-US">
                    <a:noFill/>
                  </a:rPr>
                  <a:t> </a:t>
                </a:r>
              </a:p>
            </p:txBody>
          </p:sp>
        </mc:Fallback>
      </mc:AlternateContent>
      <p:sp>
        <p:nvSpPr>
          <p:cNvPr id="4" name="Text Box 9">
            <a:extLst>
              <a:ext uri="{FF2B5EF4-FFF2-40B4-BE49-F238E27FC236}">
                <a16:creationId xmlns:a16="http://schemas.microsoft.com/office/drawing/2014/main" id="{CAD6DC3C-F993-76EC-784B-AEDAB5762CE3}"/>
              </a:ext>
            </a:extLst>
          </p:cNvPr>
          <p:cNvSpPr txBox="1">
            <a:spLocks noChangeArrowheads="1"/>
          </p:cNvSpPr>
          <p:nvPr/>
        </p:nvSpPr>
        <p:spPr bwMode="auto">
          <a:xfrm>
            <a:off x="0" y="4897279"/>
            <a:ext cx="231345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itchFamily="18" charset="0"/>
                <a:ea typeface="ヒラギノ角ゴ Pro W3" charset="-128"/>
              </a:defRPr>
            </a:lvl1pPr>
            <a:lvl2pPr marL="742950" indent="-285750">
              <a:defRPr sz="2400">
                <a:solidFill>
                  <a:schemeClr val="tx1"/>
                </a:solidFill>
                <a:latin typeface="Times New Roman" pitchFamily="18" charset="0"/>
                <a:ea typeface="ヒラギノ角ゴ Pro W3" charset="-128"/>
              </a:defRPr>
            </a:lvl2pPr>
            <a:lvl3pPr marL="1143000" indent="-228600">
              <a:defRPr sz="2400">
                <a:solidFill>
                  <a:schemeClr val="tx1"/>
                </a:solidFill>
                <a:latin typeface="Times New Roman" pitchFamily="18" charset="0"/>
                <a:ea typeface="ヒラギノ角ゴ Pro W3" charset="-128"/>
              </a:defRPr>
            </a:lvl3pPr>
            <a:lvl4pPr marL="1600200" indent="-228600">
              <a:defRPr sz="2400">
                <a:solidFill>
                  <a:schemeClr val="tx1"/>
                </a:solidFill>
                <a:latin typeface="Times New Roman" pitchFamily="18" charset="0"/>
                <a:ea typeface="ヒラギノ角ゴ Pro W3" charset="-128"/>
              </a:defRPr>
            </a:lvl4pPr>
            <a:lvl5pPr marL="2057400" indent="-228600">
              <a:defRPr sz="2400">
                <a:solidFill>
                  <a:schemeClr val="tx1"/>
                </a:solidFill>
                <a:latin typeface="Times New Roman" pitchFamily="18"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9pPr>
          </a:lstStyle>
          <a:p>
            <a:r>
              <a:rPr lang="en-GB" altLang="fr-FR" sz="1000" i="1" dirty="0">
                <a:cs typeface="Times New Roman" panose="02020603050405020304" pitchFamily="18" charset="0"/>
              </a:rPr>
              <a:t>Baker et al., Annu. Rev. Plant Biol., 2008</a:t>
            </a:r>
            <a:endParaRPr lang="en-US" altLang="fr-FR" sz="1000" i="1" dirty="0">
              <a:cs typeface="Times New Roman" panose="02020603050405020304" pitchFamily="18" charset="0"/>
            </a:endParaRPr>
          </a:p>
        </p:txBody>
      </p:sp>
    </p:spTree>
    <p:extLst>
      <p:ext uri="{BB962C8B-B14F-4D97-AF65-F5344CB8AC3E}">
        <p14:creationId xmlns:p14="http://schemas.microsoft.com/office/powerpoint/2010/main" val="82486849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AD60497-348D-FDF2-4764-9DFE4E7B3B5E}"/>
              </a:ext>
            </a:extLst>
          </p:cNvPr>
          <p:cNvSpPr>
            <a:spLocks noGrp="1"/>
          </p:cNvSpPr>
          <p:nvPr>
            <p:ph type="title"/>
          </p:nvPr>
        </p:nvSpPr>
        <p:spPr/>
        <p:txBody>
          <a:bodyPr/>
          <a:lstStyle/>
          <a:p>
            <a:r>
              <a:rPr lang="fr-FR" dirty="0" err="1"/>
              <a:t>Response</a:t>
            </a:r>
            <a:r>
              <a:rPr lang="fr-FR" dirty="0"/>
              <a:t> of </a:t>
            </a:r>
            <a:r>
              <a:rPr lang="fr-FR" dirty="0" err="1"/>
              <a:t>photosystem</a:t>
            </a:r>
            <a:r>
              <a:rPr lang="fr-FR" dirty="0"/>
              <a:t> II</a:t>
            </a:r>
            <a:endParaRPr lang="en-GB" dirty="0"/>
          </a:p>
        </p:txBody>
      </p:sp>
      <p:sp>
        <p:nvSpPr>
          <p:cNvPr id="3" name="Espace réservé du numéro de diapositive 2">
            <a:extLst>
              <a:ext uri="{FF2B5EF4-FFF2-40B4-BE49-F238E27FC236}">
                <a16:creationId xmlns:a16="http://schemas.microsoft.com/office/drawing/2014/main" id="{1CFD4976-351C-5125-EBA4-9862C5B6E2E3}"/>
              </a:ext>
            </a:extLst>
          </p:cNvPr>
          <p:cNvSpPr>
            <a:spLocks noGrp="1"/>
          </p:cNvSpPr>
          <p:nvPr>
            <p:ph type="sldNum" sz="quarter" idx="12"/>
          </p:nvPr>
        </p:nvSpPr>
        <p:spPr/>
        <p:txBody>
          <a:bodyPr/>
          <a:lstStyle/>
          <a:p>
            <a:fld id="{E9791B11-EC80-479C-9EB2-AD35BA691394}" type="slidenum">
              <a:rPr lang="fr-FR" smtClean="0"/>
              <a:pPr/>
              <a:t>13</a:t>
            </a:fld>
            <a:endParaRPr lang="fr-FR" dirty="0"/>
          </a:p>
        </p:txBody>
      </p:sp>
      <p:pic>
        <p:nvPicPr>
          <p:cNvPr id="6" name="Image 5">
            <a:extLst>
              <a:ext uri="{FF2B5EF4-FFF2-40B4-BE49-F238E27FC236}">
                <a16:creationId xmlns:a16="http://schemas.microsoft.com/office/drawing/2014/main" id="{0623B07E-C6F1-85F5-86C2-F7064374DA3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21555" y="394428"/>
            <a:ext cx="6700889" cy="4610037"/>
          </a:xfrm>
          <a:prstGeom prst="rect">
            <a:avLst/>
          </a:prstGeom>
        </p:spPr>
      </p:pic>
      <p:sp>
        <p:nvSpPr>
          <p:cNvPr id="4" name="Text Box 9">
            <a:extLst>
              <a:ext uri="{FF2B5EF4-FFF2-40B4-BE49-F238E27FC236}">
                <a16:creationId xmlns:a16="http://schemas.microsoft.com/office/drawing/2014/main" id="{2136322C-69B4-67F1-8D8C-7A87EA054AD7}"/>
              </a:ext>
            </a:extLst>
          </p:cNvPr>
          <p:cNvSpPr txBox="1">
            <a:spLocks noChangeArrowheads="1"/>
          </p:cNvSpPr>
          <p:nvPr/>
        </p:nvSpPr>
        <p:spPr bwMode="auto">
          <a:xfrm>
            <a:off x="0" y="4897279"/>
            <a:ext cx="231345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itchFamily="18" charset="0"/>
                <a:ea typeface="ヒラギノ角ゴ Pro W3" charset="-128"/>
              </a:defRPr>
            </a:lvl1pPr>
            <a:lvl2pPr marL="742950" indent="-285750">
              <a:defRPr sz="2400">
                <a:solidFill>
                  <a:schemeClr val="tx1"/>
                </a:solidFill>
                <a:latin typeface="Times New Roman" pitchFamily="18" charset="0"/>
                <a:ea typeface="ヒラギノ角ゴ Pro W3" charset="-128"/>
              </a:defRPr>
            </a:lvl2pPr>
            <a:lvl3pPr marL="1143000" indent="-228600">
              <a:defRPr sz="2400">
                <a:solidFill>
                  <a:schemeClr val="tx1"/>
                </a:solidFill>
                <a:latin typeface="Times New Roman" pitchFamily="18" charset="0"/>
                <a:ea typeface="ヒラギノ角ゴ Pro W3" charset="-128"/>
              </a:defRPr>
            </a:lvl3pPr>
            <a:lvl4pPr marL="1600200" indent="-228600">
              <a:defRPr sz="2400">
                <a:solidFill>
                  <a:schemeClr val="tx1"/>
                </a:solidFill>
                <a:latin typeface="Times New Roman" pitchFamily="18" charset="0"/>
                <a:ea typeface="ヒラギノ角ゴ Pro W3" charset="-128"/>
              </a:defRPr>
            </a:lvl4pPr>
            <a:lvl5pPr marL="2057400" indent="-228600">
              <a:defRPr sz="2400">
                <a:solidFill>
                  <a:schemeClr val="tx1"/>
                </a:solidFill>
                <a:latin typeface="Times New Roman" pitchFamily="18"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9pPr>
          </a:lstStyle>
          <a:p>
            <a:r>
              <a:rPr lang="en-GB" altLang="fr-FR" sz="1000" i="1" dirty="0">
                <a:cs typeface="Times New Roman" panose="02020603050405020304" pitchFamily="18" charset="0"/>
              </a:rPr>
              <a:t>Baker et al., Annu. Rev. Plant Biol., 2008</a:t>
            </a:r>
            <a:endParaRPr lang="en-US" altLang="fr-FR" sz="1000" i="1" dirty="0">
              <a:cs typeface="Times New Roman" panose="02020603050405020304" pitchFamily="18" charset="0"/>
            </a:endParaRPr>
          </a:p>
        </p:txBody>
      </p:sp>
    </p:spTree>
    <p:extLst>
      <p:ext uri="{BB962C8B-B14F-4D97-AF65-F5344CB8AC3E}">
        <p14:creationId xmlns:p14="http://schemas.microsoft.com/office/powerpoint/2010/main" val="20331491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 5" descr="Une image contenant texte, capture d’écran&#10;&#10;Le contenu généré par l’IA peut être incorrect.">
            <a:extLst>
              <a:ext uri="{FF2B5EF4-FFF2-40B4-BE49-F238E27FC236}">
                <a16:creationId xmlns:a16="http://schemas.microsoft.com/office/drawing/2014/main" id="{331FB942-8663-F0F7-D716-56A1E637049D}"/>
              </a:ext>
            </a:extLst>
          </p:cNvPr>
          <p:cNvPicPr>
            <a:picLocks noChangeAspect="1"/>
          </p:cNvPicPr>
          <p:nvPr/>
        </p:nvPicPr>
        <p:blipFill>
          <a:blip r:embed="rId2">
            <a:extLst>
              <a:ext uri="{28A0092B-C50C-407E-A947-70E740481C1C}">
                <a14:useLocalDpi xmlns:a14="http://schemas.microsoft.com/office/drawing/2010/main" val="0"/>
              </a:ext>
            </a:extLst>
          </a:blip>
          <a:srcRect r="47088" b="45474"/>
          <a:stretch/>
        </p:blipFill>
        <p:spPr>
          <a:xfrm>
            <a:off x="1651790" y="1830890"/>
            <a:ext cx="4838324" cy="2133850"/>
          </a:xfrm>
          <a:prstGeom prst="rect">
            <a:avLst/>
          </a:prstGeom>
        </p:spPr>
      </p:pic>
      <p:sp>
        <p:nvSpPr>
          <p:cNvPr id="2" name="Titre 1">
            <a:extLst>
              <a:ext uri="{FF2B5EF4-FFF2-40B4-BE49-F238E27FC236}">
                <a16:creationId xmlns:a16="http://schemas.microsoft.com/office/drawing/2014/main" id="{7E785505-7CB0-FD1C-DFE4-2FAF4768C7DF}"/>
              </a:ext>
            </a:extLst>
          </p:cNvPr>
          <p:cNvSpPr>
            <a:spLocks noGrp="1"/>
          </p:cNvSpPr>
          <p:nvPr>
            <p:ph type="title"/>
          </p:nvPr>
        </p:nvSpPr>
        <p:spPr/>
        <p:txBody>
          <a:bodyPr/>
          <a:lstStyle/>
          <a:p>
            <a:r>
              <a:rPr lang="fr-FR" i="1" dirty="0"/>
              <a:t>Chlamydomonas reinhardtii</a:t>
            </a:r>
          </a:p>
        </p:txBody>
      </p:sp>
      <p:sp>
        <p:nvSpPr>
          <p:cNvPr id="3" name="Espace réservé du numéro de diapositive 2">
            <a:extLst>
              <a:ext uri="{FF2B5EF4-FFF2-40B4-BE49-F238E27FC236}">
                <a16:creationId xmlns:a16="http://schemas.microsoft.com/office/drawing/2014/main" id="{6EEE4FAF-1BD0-CCE0-1C2F-B1229ECCF526}"/>
              </a:ext>
            </a:extLst>
          </p:cNvPr>
          <p:cNvSpPr>
            <a:spLocks noGrp="1"/>
          </p:cNvSpPr>
          <p:nvPr>
            <p:ph type="sldNum" sz="quarter" idx="12"/>
          </p:nvPr>
        </p:nvSpPr>
        <p:spPr/>
        <p:txBody>
          <a:bodyPr/>
          <a:lstStyle/>
          <a:p>
            <a:fld id="{E9791B11-EC80-479C-9EB2-AD35BA691394}" type="slidenum">
              <a:rPr lang="fr-FR" smtClean="0"/>
              <a:pPr/>
              <a:t>14</a:t>
            </a:fld>
            <a:endParaRPr lang="fr-FR" dirty="0"/>
          </a:p>
        </p:txBody>
      </p:sp>
      <p:sp>
        <p:nvSpPr>
          <p:cNvPr id="25" name="Rounded Rectangle 30">
            <a:extLst>
              <a:ext uri="{FF2B5EF4-FFF2-40B4-BE49-F238E27FC236}">
                <a16:creationId xmlns:a16="http://schemas.microsoft.com/office/drawing/2014/main" id="{E9907596-7645-4327-92ED-A5C36854B7DD}"/>
              </a:ext>
            </a:extLst>
          </p:cNvPr>
          <p:cNvSpPr/>
          <p:nvPr/>
        </p:nvSpPr>
        <p:spPr>
          <a:xfrm>
            <a:off x="3390614" y="541643"/>
            <a:ext cx="2006289" cy="213956"/>
          </a:xfrm>
          <a:prstGeom prst="roundRect">
            <a:avLst>
              <a:gd name="adj" fmla="val 50000"/>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GB" sz="1200" b="1" i="1" dirty="0">
                <a:solidFill>
                  <a:schemeClr val="tx1"/>
                </a:solidFill>
                <a:latin typeface="Times New Roman" panose="02020603050405020304" pitchFamily="18" charset="0"/>
                <a:cs typeface="Times New Roman" panose="02020603050405020304" pitchFamily="18" charset="0"/>
              </a:rPr>
              <a:t>Chlamydomonas </a:t>
            </a:r>
            <a:r>
              <a:rPr lang="en-GB" sz="1200" b="1" i="1" dirty="0" err="1">
                <a:solidFill>
                  <a:schemeClr val="tx1"/>
                </a:solidFill>
                <a:latin typeface="Times New Roman" panose="02020603050405020304" pitchFamily="18" charset="0"/>
                <a:cs typeface="Times New Roman" panose="02020603050405020304" pitchFamily="18" charset="0"/>
              </a:rPr>
              <a:t>reinhardtii</a:t>
            </a:r>
            <a:endParaRPr lang="en-GB" sz="1200" b="1" i="1" dirty="0">
              <a:solidFill>
                <a:schemeClr val="tx1"/>
              </a:solidFill>
              <a:latin typeface="Times New Roman" panose="02020603050405020304" pitchFamily="18" charset="0"/>
              <a:cs typeface="Times New Roman" panose="02020603050405020304" pitchFamily="18" charset="0"/>
            </a:endParaRPr>
          </a:p>
        </p:txBody>
      </p:sp>
      <p:sp>
        <p:nvSpPr>
          <p:cNvPr id="28" name="Rounded Rectangle 30">
            <a:extLst>
              <a:ext uri="{FF2B5EF4-FFF2-40B4-BE49-F238E27FC236}">
                <a16:creationId xmlns:a16="http://schemas.microsoft.com/office/drawing/2014/main" id="{80379F85-308A-4C92-951D-ED6DE197FF66}"/>
              </a:ext>
            </a:extLst>
          </p:cNvPr>
          <p:cNvSpPr/>
          <p:nvPr/>
        </p:nvSpPr>
        <p:spPr>
          <a:xfrm>
            <a:off x="6512168" y="3288218"/>
            <a:ext cx="1229401" cy="200917"/>
          </a:xfrm>
          <a:prstGeom prst="roundRect">
            <a:avLst>
              <a:gd name="adj" fmla="val 50000"/>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err="1">
                <a:solidFill>
                  <a:srgbClr val="0000FF"/>
                </a:solidFill>
                <a:latin typeface="Times New Roman" panose="02020603050405020304" pitchFamily="18" charset="0"/>
                <a:cs typeface="Times New Roman" panose="02020603050405020304" pitchFamily="18" charset="0"/>
              </a:rPr>
              <a:t>Photosynthesis</a:t>
            </a:r>
            <a:endParaRPr lang="fr-FR" sz="1200" b="1" dirty="0">
              <a:solidFill>
                <a:srgbClr val="0000FF"/>
              </a:solidFill>
              <a:latin typeface="Times New Roman" panose="02020603050405020304" pitchFamily="18" charset="0"/>
              <a:cs typeface="Times New Roman" panose="02020603050405020304" pitchFamily="18" charset="0"/>
            </a:endParaRPr>
          </a:p>
        </p:txBody>
      </p:sp>
      <p:sp>
        <p:nvSpPr>
          <p:cNvPr id="29" name="Rounded Rectangle 30">
            <a:extLst>
              <a:ext uri="{FF2B5EF4-FFF2-40B4-BE49-F238E27FC236}">
                <a16:creationId xmlns:a16="http://schemas.microsoft.com/office/drawing/2014/main" id="{CB7A2FF6-149E-4531-A444-CF2E8FD372A7}"/>
              </a:ext>
            </a:extLst>
          </p:cNvPr>
          <p:cNvSpPr/>
          <p:nvPr/>
        </p:nvSpPr>
        <p:spPr>
          <a:xfrm>
            <a:off x="6512167" y="2797356"/>
            <a:ext cx="1229401" cy="200917"/>
          </a:xfrm>
          <a:prstGeom prst="roundRect">
            <a:avLst>
              <a:gd name="adj" fmla="val 50000"/>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err="1">
                <a:solidFill>
                  <a:srgbClr val="00B050"/>
                </a:solidFill>
                <a:latin typeface="Times New Roman" panose="02020603050405020304" pitchFamily="18" charset="0"/>
                <a:cs typeface="Times New Roman" panose="02020603050405020304" pitchFamily="18" charset="0"/>
              </a:rPr>
              <a:t>Phototaxis</a:t>
            </a:r>
            <a:endParaRPr lang="fr-FR" sz="1200" b="1" dirty="0">
              <a:solidFill>
                <a:srgbClr val="00B050"/>
              </a:solidFill>
              <a:latin typeface="Times New Roman" panose="02020603050405020304" pitchFamily="18" charset="0"/>
              <a:cs typeface="Times New Roman" panose="02020603050405020304" pitchFamily="18" charset="0"/>
            </a:endParaRPr>
          </a:p>
        </p:txBody>
      </p:sp>
      <p:sp>
        <p:nvSpPr>
          <p:cNvPr id="32" name="Rounded Rectangle 30">
            <a:extLst>
              <a:ext uri="{FF2B5EF4-FFF2-40B4-BE49-F238E27FC236}">
                <a16:creationId xmlns:a16="http://schemas.microsoft.com/office/drawing/2014/main" id="{BA9B9845-1703-4503-BBAC-F1CDDADE8D76}"/>
              </a:ext>
            </a:extLst>
          </p:cNvPr>
          <p:cNvSpPr/>
          <p:nvPr/>
        </p:nvSpPr>
        <p:spPr>
          <a:xfrm>
            <a:off x="6512166" y="2116733"/>
            <a:ext cx="1229401" cy="200917"/>
          </a:xfrm>
          <a:prstGeom prst="roundRect">
            <a:avLst>
              <a:gd name="adj" fmla="val 50000"/>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err="1">
                <a:solidFill>
                  <a:schemeClr val="tx1"/>
                </a:solidFill>
                <a:latin typeface="Times New Roman" panose="02020603050405020304" pitchFamily="18" charset="0"/>
                <a:cs typeface="Times New Roman" panose="02020603050405020304" pitchFamily="18" charset="0"/>
              </a:rPr>
              <a:t>Swimming</a:t>
            </a:r>
            <a:endParaRPr lang="fr-FR" sz="1200" b="1" dirty="0">
              <a:solidFill>
                <a:schemeClr val="tx1"/>
              </a:solidFill>
              <a:latin typeface="Times New Roman" panose="02020603050405020304" pitchFamily="18" charset="0"/>
              <a:cs typeface="Times New Roman" panose="02020603050405020304" pitchFamily="18" charset="0"/>
            </a:endParaRPr>
          </a:p>
        </p:txBody>
      </p:sp>
      <p:sp>
        <p:nvSpPr>
          <p:cNvPr id="9" name="Text Box 9">
            <a:extLst>
              <a:ext uri="{FF2B5EF4-FFF2-40B4-BE49-F238E27FC236}">
                <a16:creationId xmlns:a16="http://schemas.microsoft.com/office/drawing/2014/main" id="{674C7B5D-A514-8F2E-90F5-6689B9805A32}"/>
              </a:ext>
            </a:extLst>
          </p:cNvPr>
          <p:cNvSpPr txBox="1">
            <a:spLocks noChangeArrowheads="1"/>
          </p:cNvSpPr>
          <p:nvPr/>
        </p:nvSpPr>
        <p:spPr bwMode="auto">
          <a:xfrm>
            <a:off x="451185" y="3954264"/>
            <a:ext cx="3038011"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itchFamily="18" charset="0"/>
                <a:ea typeface="ヒラギノ角ゴ Pro W3" charset="-128"/>
              </a:defRPr>
            </a:lvl1pPr>
            <a:lvl2pPr marL="742950" indent="-285750">
              <a:defRPr sz="2400">
                <a:solidFill>
                  <a:schemeClr val="tx1"/>
                </a:solidFill>
                <a:latin typeface="Times New Roman" pitchFamily="18" charset="0"/>
                <a:ea typeface="ヒラギノ角ゴ Pro W3" charset="-128"/>
              </a:defRPr>
            </a:lvl2pPr>
            <a:lvl3pPr marL="1143000" indent="-228600">
              <a:defRPr sz="2400">
                <a:solidFill>
                  <a:schemeClr val="tx1"/>
                </a:solidFill>
                <a:latin typeface="Times New Roman" pitchFamily="18" charset="0"/>
                <a:ea typeface="ヒラギノ角ゴ Pro W3" charset="-128"/>
              </a:defRPr>
            </a:lvl3pPr>
            <a:lvl4pPr marL="1600200" indent="-228600">
              <a:defRPr sz="2400">
                <a:solidFill>
                  <a:schemeClr val="tx1"/>
                </a:solidFill>
                <a:latin typeface="Times New Roman" pitchFamily="18" charset="0"/>
                <a:ea typeface="ヒラギノ角ゴ Pro W3" charset="-128"/>
              </a:defRPr>
            </a:lvl4pPr>
            <a:lvl5pPr marL="2057400" indent="-228600">
              <a:defRPr sz="2400">
                <a:solidFill>
                  <a:schemeClr val="tx1"/>
                </a:solidFill>
                <a:latin typeface="Times New Roman" pitchFamily="18"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9pPr>
          </a:lstStyle>
          <a:p>
            <a:r>
              <a:rPr lang="en-US" altLang="fr-FR" sz="1000" i="1" dirty="0">
                <a:cs typeface="Times New Roman" panose="02020603050405020304" pitchFamily="18" charset="0"/>
              </a:rPr>
              <a:t>The Science Magazine of the Max Planck Society, 2014</a:t>
            </a:r>
          </a:p>
        </p:txBody>
      </p:sp>
      <p:sp>
        <p:nvSpPr>
          <p:cNvPr id="10" name="Text Box 9">
            <a:extLst>
              <a:ext uri="{FF2B5EF4-FFF2-40B4-BE49-F238E27FC236}">
                <a16:creationId xmlns:a16="http://schemas.microsoft.com/office/drawing/2014/main" id="{D7FE0DB7-D962-A80A-6F43-F2FEDEEC6F2F}"/>
              </a:ext>
            </a:extLst>
          </p:cNvPr>
          <p:cNvSpPr txBox="1">
            <a:spLocks noChangeArrowheads="1"/>
          </p:cNvSpPr>
          <p:nvPr/>
        </p:nvSpPr>
        <p:spPr bwMode="auto">
          <a:xfrm>
            <a:off x="5194177" y="3946945"/>
            <a:ext cx="1317990"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itchFamily="18" charset="0"/>
                <a:ea typeface="ヒラギノ角ゴ Pro W3" charset="-128"/>
              </a:defRPr>
            </a:lvl1pPr>
            <a:lvl2pPr marL="742950" indent="-285750">
              <a:defRPr sz="2400">
                <a:solidFill>
                  <a:schemeClr val="tx1"/>
                </a:solidFill>
                <a:latin typeface="Times New Roman" pitchFamily="18" charset="0"/>
                <a:ea typeface="ヒラギノ角ゴ Pro W3" charset="-128"/>
              </a:defRPr>
            </a:lvl2pPr>
            <a:lvl3pPr marL="1143000" indent="-228600">
              <a:defRPr sz="2400">
                <a:solidFill>
                  <a:schemeClr val="tx1"/>
                </a:solidFill>
                <a:latin typeface="Times New Roman" pitchFamily="18" charset="0"/>
                <a:ea typeface="ヒラギノ角ゴ Pro W3" charset="-128"/>
              </a:defRPr>
            </a:lvl3pPr>
            <a:lvl4pPr marL="1600200" indent="-228600">
              <a:defRPr sz="2400">
                <a:solidFill>
                  <a:schemeClr val="tx1"/>
                </a:solidFill>
                <a:latin typeface="Times New Roman" pitchFamily="18" charset="0"/>
                <a:ea typeface="ヒラギノ角ゴ Pro W3" charset="-128"/>
              </a:defRPr>
            </a:lvl4pPr>
            <a:lvl5pPr marL="2057400" indent="-228600">
              <a:defRPr sz="2400">
                <a:solidFill>
                  <a:schemeClr val="tx1"/>
                </a:solidFill>
                <a:latin typeface="Times New Roman" pitchFamily="18"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9pPr>
          </a:lstStyle>
          <a:p>
            <a:r>
              <a:rPr lang="en-US" altLang="fr-FR" sz="1000" i="1" dirty="0">
                <a:cs typeface="Times New Roman" panose="02020603050405020304" pitchFamily="18" charset="0"/>
              </a:rPr>
              <a:t>N. </a:t>
            </a:r>
            <a:r>
              <a:rPr lang="en-US" altLang="fr-FR" sz="1000" i="1" dirty="0" err="1">
                <a:cs typeface="Times New Roman" panose="02020603050405020304" pitchFamily="18" charset="0"/>
              </a:rPr>
              <a:t>Farès</a:t>
            </a:r>
            <a:r>
              <a:rPr lang="en-US" altLang="fr-FR" sz="1000" i="1" dirty="0">
                <a:cs typeface="Times New Roman" panose="02020603050405020304" pitchFamily="18" charset="0"/>
              </a:rPr>
              <a:t>, </a:t>
            </a:r>
            <a:r>
              <a:rPr lang="en-US" altLang="fr-FR" sz="1000" i="1" dirty="0" err="1">
                <a:cs typeface="Times New Roman" panose="02020603050405020304" pitchFamily="18" charset="0"/>
              </a:rPr>
              <a:t>Thèse</a:t>
            </a:r>
            <a:r>
              <a:rPr lang="en-US" altLang="fr-FR" sz="1000" i="1" dirty="0">
                <a:cs typeface="Times New Roman" panose="02020603050405020304" pitchFamily="18" charset="0"/>
              </a:rPr>
              <a:t>, 2025</a:t>
            </a:r>
          </a:p>
        </p:txBody>
      </p:sp>
      <p:cxnSp>
        <p:nvCxnSpPr>
          <p:cNvPr id="8" name="Connecteur droit 7">
            <a:extLst>
              <a:ext uri="{FF2B5EF4-FFF2-40B4-BE49-F238E27FC236}">
                <a16:creationId xmlns:a16="http://schemas.microsoft.com/office/drawing/2014/main" id="{F2D94CAA-5779-B19A-832B-C9354AF1B615}"/>
              </a:ext>
            </a:extLst>
          </p:cNvPr>
          <p:cNvCxnSpPr>
            <a:cxnSpLocks/>
          </p:cNvCxnSpPr>
          <p:nvPr/>
        </p:nvCxnSpPr>
        <p:spPr>
          <a:xfrm>
            <a:off x="1824526" y="3802135"/>
            <a:ext cx="552893"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 Box 9">
            <a:extLst>
              <a:ext uri="{FF2B5EF4-FFF2-40B4-BE49-F238E27FC236}">
                <a16:creationId xmlns:a16="http://schemas.microsoft.com/office/drawing/2014/main" id="{C8AED07F-4136-9DA3-0D6C-3AA2B0AC7C4C}"/>
              </a:ext>
            </a:extLst>
          </p:cNvPr>
          <p:cNvSpPr txBox="1">
            <a:spLocks noChangeArrowheads="1"/>
          </p:cNvSpPr>
          <p:nvPr/>
        </p:nvSpPr>
        <p:spPr bwMode="auto">
          <a:xfrm>
            <a:off x="1824526" y="3531211"/>
            <a:ext cx="481222"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imes New Roman" pitchFamily="18" charset="0"/>
                <a:ea typeface="ヒラギノ角ゴ Pro W3" charset="-128"/>
              </a:defRPr>
            </a:lvl1pPr>
            <a:lvl2pPr marL="742950" indent="-285750">
              <a:defRPr sz="2400">
                <a:solidFill>
                  <a:schemeClr val="tx1"/>
                </a:solidFill>
                <a:latin typeface="Times New Roman" pitchFamily="18" charset="0"/>
                <a:ea typeface="ヒラギノ角ゴ Pro W3" charset="-128"/>
              </a:defRPr>
            </a:lvl2pPr>
            <a:lvl3pPr marL="1143000" indent="-228600">
              <a:defRPr sz="2400">
                <a:solidFill>
                  <a:schemeClr val="tx1"/>
                </a:solidFill>
                <a:latin typeface="Times New Roman" pitchFamily="18" charset="0"/>
                <a:ea typeface="ヒラギノ角ゴ Pro W3" charset="-128"/>
              </a:defRPr>
            </a:lvl3pPr>
            <a:lvl4pPr marL="1600200" indent="-228600">
              <a:defRPr sz="2400">
                <a:solidFill>
                  <a:schemeClr val="tx1"/>
                </a:solidFill>
                <a:latin typeface="Times New Roman" pitchFamily="18" charset="0"/>
                <a:ea typeface="ヒラギノ角ゴ Pro W3" charset="-128"/>
              </a:defRPr>
            </a:lvl4pPr>
            <a:lvl5pPr marL="2057400" indent="-228600">
              <a:defRPr sz="2400">
                <a:solidFill>
                  <a:schemeClr val="tx1"/>
                </a:solidFill>
                <a:latin typeface="Times New Roman" pitchFamily="18" charset="0"/>
                <a:ea typeface="ヒラギノ角ゴ Pro W3" charset="-128"/>
              </a:defRPr>
            </a:lvl5pPr>
            <a:lvl6pPr marL="25146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6pPr>
            <a:lvl7pPr marL="29718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7pPr>
            <a:lvl8pPr marL="34290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8pPr>
            <a:lvl9pPr marL="3886200" indent="-228600" eaLnBrk="0" fontAlgn="base" hangingPunct="0">
              <a:spcBef>
                <a:spcPct val="0"/>
              </a:spcBef>
              <a:spcAft>
                <a:spcPct val="0"/>
              </a:spcAft>
              <a:defRPr sz="2400">
                <a:solidFill>
                  <a:schemeClr val="tx1"/>
                </a:solidFill>
                <a:latin typeface="Times New Roman" pitchFamily="18" charset="0"/>
                <a:ea typeface="ヒラギノ角ゴ Pro W3" charset="-128"/>
              </a:defRPr>
            </a:lvl9pPr>
          </a:lstStyle>
          <a:p>
            <a:r>
              <a:rPr lang="en-US" altLang="fr-FR" sz="1100" dirty="0">
                <a:solidFill>
                  <a:schemeClr val="bg1"/>
                </a:solidFill>
                <a:cs typeface="Times New Roman" panose="02020603050405020304" pitchFamily="18" charset="0"/>
              </a:rPr>
              <a:t>5 µm</a:t>
            </a:r>
          </a:p>
        </p:txBody>
      </p:sp>
      <p:sp>
        <p:nvSpPr>
          <p:cNvPr id="11" name="ZoneTexte 10">
            <a:extLst>
              <a:ext uri="{FF2B5EF4-FFF2-40B4-BE49-F238E27FC236}">
                <a16:creationId xmlns:a16="http://schemas.microsoft.com/office/drawing/2014/main" id="{6A6A3FCC-1B83-8041-735F-CE73734F6C3E}"/>
              </a:ext>
            </a:extLst>
          </p:cNvPr>
          <p:cNvSpPr txBox="1"/>
          <p:nvPr/>
        </p:nvSpPr>
        <p:spPr>
          <a:xfrm>
            <a:off x="3673187" y="769227"/>
            <a:ext cx="1425390" cy="276999"/>
          </a:xfrm>
          <a:prstGeom prst="rect">
            <a:avLst/>
          </a:prstGeom>
          <a:noFill/>
        </p:spPr>
        <p:txBody>
          <a:bodyPr wrap="none" rtlCol="0">
            <a:spAutoFit/>
          </a:bodyPr>
          <a:lstStyle/>
          <a:p>
            <a:r>
              <a:rPr lang="fr-FR" sz="1200" i="1" dirty="0"/>
              <a:t>[</a:t>
            </a:r>
            <a:r>
              <a:rPr lang="fr-FR" sz="1200" i="1" dirty="0" err="1"/>
              <a:t>klami</a:t>
            </a:r>
            <a:r>
              <a:rPr lang="fr-FR" sz="1200" i="1" dirty="0"/>
              <a:t>] for </a:t>
            </a:r>
            <a:r>
              <a:rPr lang="fr-FR" sz="1200" i="1" dirty="0" err="1"/>
              <a:t>intimists</a:t>
            </a:r>
            <a:endParaRPr lang="fr-FR" sz="1200" i="1" dirty="0"/>
          </a:p>
        </p:txBody>
      </p:sp>
      <p:sp>
        <p:nvSpPr>
          <p:cNvPr id="12" name="ZoneTexte 11">
            <a:extLst>
              <a:ext uri="{FF2B5EF4-FFF2-40B4-BE49-F238E27FC236}">
                <a16:creationId xmlns:a16="http://schemas.microsoft.com/office/drawing/2014/main" id="{3EEE02DD-7E41-D11B-F807-78AAF979DD62}"/>
              </a:ext>
            </a:extLst>
          </p:cNvPr>
          <p:cNvSpPr txBox="1"/>
          <p:nvPr/>
        </p:nvSpPr>
        <p:spPr>
          <a:xfrm>
            <a:off x="3801391" y="2047685"/>
            <a:ext cx="468398" cy="215444"/>
          </a:xfrm>
          <a:prstGeom prst="rect">
            <a:avLst/>
          </a:prstGeom>
          <a:solidFill>
            <a:schemeClr val="bg1"/>
          </a:solidFill>
        </p:spPr>
        <p:txBody>
          <a:bodyPr wrap="none" rtlCol="0">
            <a:spAutoFit/>
          </a:bodyPr>
          <a:lstStyle/>
          <a:p>
            <a:r>
              <a:rPr lang="fr-FR" sz="800" dirty="0" err="1">
                <a:latin typeface="Arial" panose="020B0604020202020204" pitchFamily="34" charset="0"/>
                <a:cs typeface="Arial" panose="020B0604020202020204" pitchFamily="34" charset="0"/>
              </a:rPr>
              <a:t>Cilium</a:t>
            </a:r>
            <a:endParaRPr lang="fr-FR" sz="8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50700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CD53D00-8BB8-8230-5D33-B251CFA4E0DD}"/>
              </a:ext>
            </a:extLst>
          </p:cNvPr>
          <p:cNvSpPr>
            <a:spLocks noGrp="1"/>
          </p:cNvSpPr>
          <p:nvPr>
            <p:ph type="title"/>
          </p:nvPr>
        </p:nvSpPr>
        <p:spPr/>
        <p:txBody>
          <a:bodyPr/>
          <a:lstStyle/>
          <a:p>
            <a:r>
              <a:rPr lang="fr-FR" dirty="0" err="1"/>
              <a:t>Practical</a:t>
            </a:r>
            <a:endParaRPr lang="en-GB" dirty="0"/>
          </a:p>
        </p:txBody>
      </p:sp>
      <p:sp>
        <p:nvSpPr>
          <p:cNvPr id="3" name="Espace réservé du numéro de diapositive 2">
            <a:extLst>
              <a:ext uri="{FF2B5EF4-FFF2-40B4-BE49-F238E27FC236}">
                <a16:creationId xmlns:a16="http://schemas.microsoft.com/office/drawing/2014/main" id="{168384A4-E264-6F65-4F46-CC18A2A6040B}"/>
              </a:ext>
            </a:extLst>
          </p:cNvPr>
          <p:cNvSpPr>
            <a:spLocks noGrp="1"/>
          </p:cNvSpPr>
          <p:nvPr>
            <p:ph type="sldNum" sz="quarter" idx="12"/>
          </p:nvPr>
        </p:nvSpPr>
        <p:spPr/>
        <p:txBody>
          <a:bodyPr/>
          <a:lstStyle/>
          <a:p>
            <a:fld id="{E9791B11-EC80-479C-9EB2-AD35BA691394}" type="slidenum">
              <a:rPr lang="fr-FR" smtClean="0"/>
              <a:pPr/>
              <a:t>15</a:t>
            </a:fld>
            <a:endParaRPr lang="fr-FR" dirty="0"/>
          </a:p>
        </p:txBody>
      </p:sp>
      <p:pic>
        <p:nvPicPr>
          <p:cNvPr id="1026" name="Image 1">
            <a:extLst>
              <a:ext uri="{FF2B5EF4-FFF2-40B4-BE49-F238E27FC236}">
                <a16:creationId xmlns:a16="http://schemas.microsoft.com/office/drawing/2014/main" id="{31B3D473-8FE5-C35E-7E0A-9DEAD8964CF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1303" y="684211"/>
            <a:ext cx="2239741" cy="1669241"/>
          </a:xfrm>
          <a:prstGeom prst="rect">
            <a:avLst/>
          </a:prstGeom>
          <a:noFill/>
          <a:extLst>
            <a:ext uri="{909E8E84-426E-40DD-AFC4-6F175D3DCCD1}">
              <a14:hiddenFill xmlns:a14="http://schemas.microsoft.com/office/drawing/2010/main">
                <a:solidFill>
                  <a:srgbClr val="FFFFFF"/>
                </a:solidFill>
              </a14:hiddenFill>
            </a:ext>
          </a:extLst>
        </p:spPr>
      </p:pic>
      <p:pic>
        <p:nvPicPr>
          <p:cNvPr id="1025" name="Image 2">
            <a:extLst>
              <a:ext uri="{FF2B5EF4-FFF2-40B4-BE49-F238E27FC236}">
                <a16:creationId xmlns:a16="http://schemas.microsoft.com/office/drawing/2014/main" id="{BEA91004-D0D3-CF22-CCF6-30FB117EF4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7807" y="686710"/>
            <a:ext cx="4537107" cy="1640428"/>
          </a:xfrm>
          <a:prstGeom prst="rect">
            <a:avLst/>
          </a:prstGeom>
          <a:noFill/>
          <a:extLst>
            <a:ext uri="{909E8E84-426E-40DD-AFC4-6F175D3DCCD1}">
              <a14:hiddenFill xmlns:a14="http://schemas.microsoft.com/office/drawing/2010/main">
                <a:solidFill>
                  <a:srgbClr val="FFFFFF"/>
                </a:solidFill>
              </a14:hiddenFill>
            </a:ext>
          </a:extLst>
        </p:spPr>
      </p:pic>
      <p:pic>
        <p:nvPicPr>
          <p:cNvPr id="5" name="Image 4">
            <a:extLst>
              <a:ext uri="{FF2B5EF4-FFF2-40B4-BE49-F238E27FC236}">
                <a16:creationId xmlns:a16="http://schemas.microsoft.com/office/drawing/2014/main" id="{1B66489E-285F-11DE-6937-599F9AAD4DA1}"/>
              </a:ext>
            </a:extLst>
          </p:cNvPr>
          <p:cNvPicPr>
            <a:picLocks noChangeAspect="1"/>
          </p:cNvPicPr>
          <p:nvPr/>
        </p:nvPicPr>
        <p:blipFill>
          <a:blip r:embed="rId4"/>
          <a:stretch>
            <a:fillRect/>
          </a:stretch>
        </p:blipFill>
        <p:spPr>
          <a:xfrm>
            <a:off x="5110336" y="2462682"/>
            <a:ext cx="3261927" cy="2399480"/>
          </a:xfrm>
          <a:prstGeom prst="rect">
            <a:avLst/>
          </a:prstGeom>
        </p:spPr>
      </p:pic>
      <p:sp>
        <p:nvSpPr>
          <p:cNvPr id="6" name="Rounded Rectangle 30">
            <a:extLst>
              <a:ext uri="{FF2B5EF4-FFF2-40B4-BE49-F238E27FC236}">
                <a16:creationId xmlns:a16="http://schemas.microsoft.com/office/drawing/2014/main" id="{90369589-4DE9-8705-F631-7CD14E265681}"/>
              </a:ext>
            </a:extLst>
          </p:cNvPr>
          <p:cNvSpPr/>
          <p:nvPr/>
        </p:nvSpPr>
        <p:spPr>
          <a:xfrm>
            <a:off x="1876343" y="2462682"/>
            <a:ext cx="1229401" cy="200917"/>
          </a:xfrm>
          <a:prstGeom prst="roundRect">
            <a:avLst>
              <a:gd name="adj" fmla="val 50000"/>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err="1">
                <a:solidFill>
                  <a:schemeClr val="tx1"/>
                </a:solidFill>
                <a:latin typeface="Times New Roman" panose="02020603050405020304" pitchFamily="18" charset="0"/>
                <a:cs typeface="Times New Roman" panose="02020603050405020304" pitchFamily="18" charset="0"/>
              </a:rPr>
              <a:t>ImagingPAM</a:t>
            </a:r>
            <a:endParaRPr lang="fr-FR" sz="1200" b="1" dirty="0">
              <a:solidFill>
                <a:schemeClr val="tx1"/>
              </a:solidFill>
              <a:latin typeface="Times New Roman" panose="02020603050405020304" pitchFamily="18" charset="0"/>
              <a:cs typeface="Times New Roman" panose="02020603050405020304" pitchFamily="18" charset="0"/>
            </a:endParaRPr>
          </a:p>
        </p:txBody>
      </p:sp>
      <p:sp>
        <p:nvSpPr>
          <p:cNvPr id="7" name="Rounded Rectangle 30">
            <a:extLst>
              <a:ext uri="{FF2B5EF4-FFF2-40B4-BE49-F238E27FC236}">
                <a16:creationId xmlns:a16="http://schemas.microsoft.com/office/drawing/2014/main" id="{E1D5A740-83EF-61A5-0766-A2CF76CCC693}"/>
              </a:ext>
            </a:extLst>
          </p:cNvPr>
          <p:cNvSpPr/>
          <p:nvPr/>
        </p:nvSpPr>
        <p:spPr>
          <a:xfrm>
            <a:off x="3642974" y="3461505"/>
            <a:ext cx="1229401" cy="200917"/>
          </a:xfrm>
          <a:prstGeom prst="roundRect">
            <a:avLst>
              <a:gd name="adj" fmla="val 50000"/>
            </a:avLst>
          </a:prstGeom>
          <a:solidFill>
            <a:schemeClr val="bg1"/>
          </a:solidFill>
          <a:ln w="1905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err="1">
                <a:solidFill>
                  <a:schemeClr val="tx1"/>
                </a:solidFill>
                <a:latin typeface="Times New Roman" panose="02020603050405020304" pitchFamily="18" charset="0"/>
                <a:cs typeface="Times New Roman" panose="02020603050405020304" pitchFamily="18" charset="0"/>
              </a:rPr>
              <a:t>PhytoPAM</a:t>
            </a:r>
            <a:r>
              <a:rPr lang="fr-FR" sz="1200" b="1" dirty="0">
                <a:solidFill>
                  <a:schemeClr val="tx1"/>
                </a:solidFill>
                <a:latin typeface="Times New Roman" panose="02020603050405020304" pitchFamily="18" charset="0"/>
                <a:cs typeface="Times New Roman" panose="02020603050405020304" pitchFamily="18" charset="0"/>
              </a:rPr>
              <a:t> ED</a:t>
            </a:r>
          </a:p>
        </p:txBody>
      </p:sp>
    </p:spTree>
    <p:extLst>
      <p:ext uri="{BB962C8B-B14F-4D97-AF65-F5344CB8AC3E}">
        <p14:creationId xmlns:p14="http://schemas.microsoft.com/office/powerpoint/2010/main" val="2734068782"/>
      </p:ext>
    </p:extLst>
  </p:cSld>
  <p:clrMapOvr>
    <a:masterClrMapping/>
  </p:clrMapOvr>
</p:sld>
</file>

<file path=ppt/theme/theme1.xml><?xml version="1.0" encoding="utf-8"?>
<a:theme xmlns:a="http://schemas.openxmlformats.org/drawingml/2006/main" name="Thème conférence">
  <a:themeElements>
    <a:clrScheme name="Violet II">
      <a:dk1>
        <a:sysClr val="windowText" lastClr="000000"/>
      </a:dk1>
      <a:lt1>
        <a:sysClr val="window" lastClr="FFFFFF"/>
      </a:lt1>
      <a:dk2>
        <a:srgbClr val="632E62"/>
      </a:dk2>
      <a:lt2>
        <a:srgbClr val="EAE5EB"/>
      </a:lt2>
      <a:accent1>
        <a:srgbClr val="92278F"/>
      </a:accent1>
      <a:accent2>
        <a:srgbClr val="9B57D3"/>
      </a:accent2>
      <a:accent3>
        <a:srgbClr val="755DD9"/>
      </a:accent3>
      <a:accent4>
        <a:srgbClr val="665EB8"/>
      </a:accent4>
      <a:accent5>
        <a:srgbClr val="45A5ED"/>
      </a:accent5>
      <a:accent6>
        <a:srgbClr val="5982DB"/>
      </a:accent6>
      <a:hlink>
        <a:srgbClr val="0066FF"/>
      </a:hlink>
      <a:folHlink>
        <a:srgbClr val="666699"/>
      </a:folHlink>
    </a:clrScheme>
    <a:fontScheme name="Personnalisé 1">
      <a:majorFont>
        <a:latin typeface="Times New Roman"/>
        <a:ea typeface=""/>
        <a:cs typeface=""/>
      </a:majorFont>
      <a:minorFont>
        <a:latin typeface="Times New Roman"/>
        <a:ea typeface=""/>
        <a:cs typeface=""/>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3699</TotalTime>
  <Words>495</Words>
  <Application>Microsoft Macintosh PowerPoint</Application>
  <PresentationFormat>On-screen Show (16:9)</PresentationFormat>
  <Paragraphs>127</Paragraphs>
  <Slides>15</Slides>
  <Notes>3</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Arial</vt:lpstr>
      <vt:lpstr>Calibri</vt:lpstr>
      <vt:lpstr>Cambria Math</vt:lpstr>
      <vt:lpstr>Times New Roman</vt:lpstr>
      <vt:lpstr>Thème conférence</vt:lpstr>
      <vt:lpstr>Photosynthesis and Chlorophyll Fluorescence: Principles, Regulation, and PAM Fluorometry</vt:lpstr>
      <vt:lpstr>Photosynthetic organisms</vt:lpstr>
      <vt:lpstr>Photosynthesis in (too) brief</vt:lpstr>
      <vt:lpstr>Light reaction</vt:lpstr>
      <vt:lpstr>Chloroplast</vt:lpstr>
      <vt:lpstr>The photosynthetic system</vt:lpstr>
      <vt:lpstr>The basis of photosynthesis</vt:lpstr>
      <vt:lpstr>Fluorescence from dark-adapted cells</vt:lpstr>
      <vt:lpstr>Fluorescence from dark-adapted cells</vt:lpstr>
      <vt:lpstr>Pulse Amplitude Modulation</vt:lpstr>
      <vt:lpstr>PowerPoint Presentation</vt:lpstr>
      <vt:lpstr>Protocol for quenching analysing</vt:lpstr>
      <vt:lpstr>Response of photosystem II</vt:lpstr>
      <vt:lpstr>Chlamydomonas reinhardtii</vt:lpstr>
      <vt:lpstr>Practical</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Antoine Allard</dc:creator>
  <cp:lastModifiedBy>Microsoft Office User</cp:lastModifiedBy>
  <cp:revision>209</cp:revision>
  <dcterms:created xsi:type="dcterms:W3CDTF">2022-09-26T12:51:44Z</dcterms:created>
  <dcterms:modified xsi:type="dcterms:W3CDTF">2026-05-26T11:14:02Z</dcterms:modified>
</cp:coreProperties>
</file>