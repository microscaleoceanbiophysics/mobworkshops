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591E36-30E9-6FA8-26D2-506DBA91C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B8B6134-26D3-68E3-7EA2-AD64681F6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83921E-4700-6B0B-2245-5B50271A2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2FAB-DA26-4319-A068-41A65FB29FA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EB3130-10C2-0CB1-C1F5-D1E97F4A4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A99508-BAB7-3181-5AC5-16F4C2FF1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A788-47EF-445C-BC6B-EA1B494FC74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993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C9257E-5709-CAE1-4FC3-E8693BA2F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D84A06-FB06-29C1-E61C-EF3EB8F0A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1AE799-560F-06EB-28AE-A3202D41B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2FAB-DA26-4319-A068-41A65FB29FA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684DBB-12AF-DA46-0499-B2A6A1EFE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9122B5-EC5F-BCC8-879C-8847DB92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A788-47EF-445C-BC6B-EA1B494FC74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058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895FAF-63E6-AFDA-2947-2D80BF508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256181E-49EE-C654-CCF8-40DFFA114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95C679-9EC4-1AAE-3041-842F88000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2FAB-DA26-4319-A068-41A65FB29FA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0B86F5-9BC1-C4EE-E17C-A955DB4EB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6EAFB6-7959-C148-0A46-4FD1F38D2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A788-47EF-445C-BC6B-EA1B494FC74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73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822614-C9D3-9367-2D8E-E5C47578B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8B6A99-BCCA-8172-C8A7-717010C2E4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148E61D-C1BE-262C-5101-526AE8410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75B93FB-544C-44D4-D3D6-968E4873C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2FAB-DA26-4319-A068-41A65FB29FA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A33C20-D954-64DA-F4C5-C082A4B5D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4534C7C-0CB7-044B-50FA-4AD8F4B58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A788-47EF-445C-BC6B-EA1B494FC74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951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E53839-16DC-F229-735A-FF032CD8D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2A3C492-5B51-DB20-32B7-FB989B9E3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1CB175F-0A2E-3BCD-5152-DB6FE30BF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9CB6E80-BA9D-1D7C-3D61-FC49A97362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0EEF6CC-48F5-93CC-0905-4170724758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B01B9D3-689D-374C-7F3E-A8BED7BE2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2FAB-DA26-4319-A068-41A65FB29FA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442EC58-EDC6-B740-E5A6-1014DC338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6A486F0-92E6-4686-3682-83A6BB5D1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A788-47EF-445C-BC6B-EA1B494FC74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147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188FC2-6B08-C5F0-27F8-0C274279E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773EF07-A437-F545-04C9-2BF2CFE04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2FAB-DA26-4319-A068-41A65FB29FA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DAB57C1-BB32-8A4F-8CF8-07626F26C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1451414-604F-055B-A85A-73618032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A788-47EF-445C-BC6B-EA1B494FC74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38AF037-488C-717D-C38C-3B68BAC4C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2FAB-DA26-4319-A068-41A65FB29FA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FA3BA09-A67F-981C-4B53-64482AF1A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ED3F01-B6A5-D9FB-467A-CE7794D78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A788-47EF-445C-BC6B-EA1B494FC74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238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5BE6EB-AE8F-AE4B-1413-34F75E532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046150-4FD5-A023-B369-E4F1C5D9F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B7FAEA9-B434-71F3-55AC-2783BC1AE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0016AAF-ECC0-A74F-A9B8-34AB80550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2FAB-DA26-4319-A068-41A65FB29FA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FC0897-AC64-D236-25E3-918D32F32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71EB540-0B0F-885B-BBB0-DC676D70B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A788-47EF-445C-BC6B-EA1B494FC74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303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2C2D9D-A3CB-D7D4-7A89-9EE9A9FEB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B156C04-2387-409E-7784-7191D9BF9E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6B96E92-1114-D028-A0DB-6BDE16A8D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F8D3C84-88F8-6F20-AF14-C615C1CA0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2FAB-DA26-4319-A068-41A65FB29FA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138A800-C853-DF60-AC7F-DA4D65CB8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0484696-E332-FE26-0921-8FB770C35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A788-47EF-445C-BC6B-EA1B494FC74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701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28AC8B-2B77-46D8-0F6F-67C0D4F53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A61D647-3811-AD97-EFDD-279A239570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E99E16-7299-CC45-AF3D-839C38174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2FAB-DA26-4319-A068-41A65FB29FA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C6321E-2A3F-F9B3-197D-18A1F1B5E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542034-398D-DBB9-7386-08EA21F4A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A788-47EF-445C-BC6B-EA1B494FC74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112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AB55C45-073F-D48C-2DD1-2A3590AB0B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149AF53-7AF0-E03B-C1B6-970BE7AA7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C1F463-B3AC-CE69-B85B-D60749C0A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2FAB-DA26-4319-A068-41A65FB29FA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5D5AC5-A324-F895-A0F5-B56EAF3B1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8F3F7E-7431-FCE1-B7DB-BDA8260EF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7A788-47EF-445C-BC6B-EA1B494FC74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14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E0E91C4-DE40-EEDC-230F-97E363D05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17CC3E-DF61-7D8A-FF46-9EC483123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D08B27-0E11-0CF4-9E5D-4099A683BA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892FAB-DA26-4319-A068-41A65FB29FA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9F7005-370D-1F6F-3F8E-B07EC7A52F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3C3C15-C622-AB05-0B72-76A1C9FB4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27A788-47EF-445C-BC6B-EA1B494FC74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47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087C38D5-805E-CB74-91B4-15073ED67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150" y="758203"/>
            <a:ext cx="3775682" cy="254361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C6FBAFA-6A47-AE43-85B3-FBA2961A86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87240" y="3993398"/>
            <a:ext cx="3775682" cy="245858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961364A-665A-B304-EA61-0CCE7916F1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8875" y="4067215"/>
            <a:ext cx="3775682" cy="234605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8C24970-8928-A213-C8C7-77B448B88E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17303" y="4047826"/>
            <a:ext cx="3775682" cy="234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29405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1275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ludovic jami</dc:creator>
  <cp:lastModifiedBy>ludovic jami</cp:lastModifiedBy>
  <cp:revision>2</cp:revision>
  <dcterms:created xsi:type="dcterms:W3CDTF">2026-05-20T15:24:39Z</dcterms:created>
  <dcterms:modified xsi:type="dcterms:W3CDTF">2026-05-22T08:59:02Z</dcterms:modified>
</cp:coreProperties>
</file>